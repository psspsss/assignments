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7475200" cy="9753600"/>
  <p:notesSz cx="17475200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5"/>
    <a:srgbClr val="FFFFFB"/>
    <a:srgbClr val="FFFFF3"/>
    <a:srgbClr val="FFFDF0"/>
    <a:srgbClr val="F1EADD"/>
    <a:srgbClr val="FFFFF4"/>
    <a:srgbClr val="FFFFFF"/>
    <a:srgbClr val="0187CC"/>
    <a:srgbClr val="0180BF"/>
    <a:srgbClr val="1E2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2" d="100"/>
          <a:sy n="62" d="100"/>
        </p:scale>
        <p:origin x="4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4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buNone/>
        <a:defRPr sz="2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rtl="0" eaLnBrk="1" latinLnBrk="0" hangingPunct="1">
        <a:buNone/>
        <a:defRPr sz="24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algn="l" defTabSz="914400" rtl="0" eaLnBrk="1" latinLnBrk="0" hangingPunct="1">
        <a:defRPr sz="24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>
            <a:fillRect/>
          </a:stretch>
        </p:blipFill>
        <p:spPr>
          <a:xfrm>
            <a:off x="588590" y="338019"/>
            <a:ext cx="1724176" cy="112170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88590" y="2138672"/>
            <a:ext cx="16434516" cy="1423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04"/>
              </a:lnSpc>
              <a:spcBef>
                <a:spcPct val="0"/>
              </a:spcBef>
            </a:pPr>
            <a:r>
              <a:rPr lang="en-US" sz="39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25SUB4505_5G Developer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8590" y="4194818"/>
            <a:ext cx="10544848" cy="423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6"/>
              </a:lnSpc>
              <a:spcBef>
                <a:spcPct val="0"/>
              </a:spcBef>
            </a:pPr>
            <a:r>
              <a:rPr lang="en-US" sz="3413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Capstone Project Presentation – 13</a:t>
            </a:r>
            <a:r>
              <a:rPr lang="en-US" sz="3413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3413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Feb and 14</a:t>
            </a:r>
            <a:r>
              <a:rPr lang="en-US" sz="3413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3413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8589" y="8733085"/>
            <a:ext cx="5934841" cy="3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2"/>
              </a:lnSpc>
              <a:spcBef>
                <a:spcPct val="0"/>
              </a:spcBef>
            </a:pPr>
            <a:r>
              <a:rPr lang="en-US" sz="1899" spc="189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www.rpsconsulting.in</a:t>
            </a:r>
          </a:p>
        </p:txBody>
      </p:sp>
      <p:sp>
        <p:nvSpPr>
          <p:cNvPr id="2" name="TextBox 7"/>
          <p:cNvSpPr txBox="1"/>
          <p:nvPr/>
        </p:nvSpPr>
        <p:spPr>
          <a:xfrm>
            <a:off x="779385" y="7181540"/>
            <a:ext cx="9643420" cy="1183979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ts val="3186"/>
              </a:lnSpc>
              <a:spcBef>
                <a:spcPct val="0"/>
              </a:spcBef>
            </a:pPr>
            <a:r>
              <a:rPr lang="en-US" sz="3413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by - </a:t>
            </a: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Vinayak Majhi - 58618</a:t>
            </a:r>
          </a:p>
          <a:p>
            <a:pPr marL="1950690" lvl="3" indent="650230" algn="just">
              <a:lnSpc>
                <a:spcPts val="3186"/>
              </a:lnSpc>
              <a:spcBef>
                <a:spcPct val="0"/>
              </a:spcBef>
            </a:pP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Harsh Prasad – 58620</a:t>
            </a:r>
          </a:p>
          <a:p>
            <a:pPr lvl="3" indent="650230" algn="just">
              <a:lnSpc>
                <a:spcPts val="3186"/>
              </a:lnSpc>
              <a:spcBef>
                <a:spcPct val="0"/>
              </a:spcBef>
            </a:pP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</a:t>
            </a:r>
            <a:r>
              <a:rPr lang="en-US" altLang="en-GB" sz="2844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Diyanisha</a:t>
            </a: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Dey</a:t>
            </a:r>
            <a:r>
              <a:rPr lang="en-US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- 58621</a:t>
            </a:r>
            <a:endParaRPr lang="en-US" altLang="en-GB" sz="2844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950690" lvl="3" indent="650230" algn="just">
              <a:lnSpc>
                <a:spcPts val="3186"/>
              </a:lnSpc>
              <a:spcBef>
                <a:spcPct val="0"/>
              </a:spcBef>
            </a:pP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Keshav </a:t>
            </a:r>
            <a:r>
              <a:rPr lang="en-US" altLang="en-GB" sz="2844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Janghala</a:t>
            </a: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- 58625</a:t>
            </a:r>
          </a:p>
          <a:p>
            <a:pPr marL="1950690" lvl="3" indent="650230" algn="just">
              <a:lnSpc>
                <a:spcPts val="3186"/>
              </a:lnSpc>
              <a:spcBef>
                <a:spcPct val="0"/>
              </a:spcBef>
            </a:pPr>
            <a:r>
              <a:rPr lang="en-US" altLang="en-GB" sz="2844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Diptendra</a:t>
            </a: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GB" sz="2844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Maity</a:t>
            </a:r>
            <a:r>
              <a:rPr lang="en-US" altLang="en-GB" sz="284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- 58633</a:t>
            </a:r>
          </a:p>
          <a:p>
            <a:pPr marL="1950690" lvl="3" indent="650230" algn="just">
              <a:lnSpc>
                <a:spcPts val="3186"/>
              </a:lnSpc>
              <a:spcBef>
                <a:spcPct val="0"/>
              </a:spcBef>
            </a:pPr>
            <a:endParaRPr lang="en-US" sz="2844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588829" y="5883770"/>
            <a:ext cx="14587954" cy="1048512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86"/>
              </a:lnSpc>
              <a:spcBef>
                <a:spcPct val="0"/>
              </a:spcBef>
            </a:pPr>
            <a:r>
              <a:rPr lang="en-US" altLang="en-GB" sz="3982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2: SMF PDU SESSION ESTABLISHMENT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19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D782DD-19C9-4DD5-8E53-0EF0E8F8EF13}"/>
              </a:ext>
            </a:extLst>
          </p:cNvPr>
          <p:cNvSpPr/>
          <p:nvPr/>
        </p:nvSpPr>
        <p:spPr>
          <a:xfrm>
            <a:off x="16039070" y="9403491"/>
            <a:ext cx="1436130" cy="362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4AE35457-322F-4AE8-8838-AC7EA6ECA8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77" y="8958649"/>
            <a:ext cx="983230" cy="643955"/>
          </a:xfrm>
          <a:prstGeom prst="rect">
            <a:avLst/>
          </a:prstGeom>
        </p:spPr>
      </p:pic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049F3AC-31D0-4E5C-8FFB-EAD7636EF9E2}"/>
              </a:ext>
            </a:extLst>
          </p:cNvPr>
          <p:cNvSpPr txBox="1">
            <a:spLocks/>
          </p:cNvSpPr>
          <p:nvPr/>
        </p:nvSpPr>
        <p:spPr>
          <a:xfrm>
            <a:off x="15789874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5FF3E-0ED4-4188-B880-66774664EA11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8AA9B8E-441D-4DBB-9122-A8E148307AB8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C6D130-09A4-49C4-8BB7-51D7C717B3C8}"/>
              </a:ext>
            </a:extLst>
          </p:cNvPr>
          <p:cNvSpPr/>
          <p:nvPr/>
        </p:nvSpPr>
        <p:spPr>
          <a:xfrm>
            <a:off x="16039070" y="9378775"/>
            <a:ext cx="1436130" cy="362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57EC596-EBF2-4DDC-925B-16EFCFB95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48012-1E78-439D-A94E-429B603A502C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C80B412-C8D0-46E2-8C10-DCA45E8A1903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1E5154-9772-447D-AF8B-00FE656561AC}"/>
              </a:ext>
            </a:extLst>
          </p:cNvPr>
          <p:cNvSpPr/>
          <p:nvPr/>
        </p:nvSpPr>
        <p:spPr>
          <a:xfrm>
            <a:off x="16039070" y="9366420"/>
            <a:ext cx="1436130" cy="362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F7F28B7-0023-4F1A-8F29-4FBE27DF6E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E42B60-4080-437E-BD20-9602D8660168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776C9EA-D9DD-4F04-B5E0-F3BE02CDA891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A3744A-B6DC-4825-B91D-06005802C859}"/>
              </a:ext>
            </a:extLst>
          </p:cNvPr>
          <p:cNvSpPr/>
          <p:nvPr/>
        </p:nvSpPr>
        <p:spPr>
          <a:xfrm>
            <a:off x="16039070" y="9366419"/>
            <a:ext cx="1436130" cy="362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D23431F5-736E-4FCB-BAE1-C60E20038F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18597-3CA4-42BD-B80C-BC599062B313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E78DCCB-3EA3-45CA-83D5-F976112DB291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27D8E1-B4CB-44F6-838A-C851131B55D8}"/>
              </a:ext>
            </a:extLst>
          </p:cNvPr>
          <p:cNvSpPr/>
          <p:nvPr/>
        </p:nvSpPr>
        <p:spPr>
          <a:xfrm>
            <a:off x="16039070" y="9391134"/>
            <a:ext cx="1436130" cy="362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BBCC0362-059E-420F-B102-15DA82DC8B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B403AE-E0C3-489A-A098-AE3DEA45B3F9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0E78C8-481F-4A00-9E97-A7FE7ED4B27F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C2EA92-1E8F-4D76-8A15-E60E566BFB94}"/>
              </a:ext>
            </a:extLst>
          </p:cNvPr>
          <p:cNvSpPr/>
          <p:nvPr/>
        </p:nvSpPr>
        <p:spPr>
          <a:xfrm>
            <a:off x="16039070" y="9366420"/>
            <a:ext cx="1436130" cy="362465"/>
          </a:xfrm>
          <a:prstGeom prst="rect">
            <a:avLst/>
          </a:prstGeom>
          <a:solidFill>
            <a:srgbClr val="FFF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653A0E-7373-4479-9334-FD7D5D28CA58}"/>
              </a:ext>
            </a:extLst>
          </p:cNvPr>
          <p:cNvSpPr/>
          <p:nvPr/>
        </p:nvSpPr>
        <p:spPr>
          <a:xfrm>
            <a:off x="0" y="8958649"/>
            <a:ext cx="17475200" cy="794951"/>
          </a:xfrm>
          <a:prstGeom prst="rect">
            <a:avLst/>
          </a:prstGeom>
          <a:solidFill>
            <a:srgbClr val="FFF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CE7B526-0DD2-49EE-933B-BB79A5E80B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BC1965-5F8C-4B24-89B7-76C6A160E1C3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6A7B13F-937C-4503-84B8-1BA1AE70A123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BA7A6D-BC00-4E53-8575-58EE92321FD0}"/>
              </a:ext>
            </a:extLst>
          </p:cNvPr>
          <p:cNvSpPr/>
          <p:nvPr/>
        </p:nvSpPr>
        <p:spPr>
          <a:xfrm>
            <a:off x="16039070" y="9366420"/>
            <a:ext cx="1436130" cy="362465"/>
          </a:xfrm>
          <a:prstGeom prst="rect">
            <a:avLst/>
          </a:prstGeom>
          <a:solidFill>
            <a:srgbClr val="FFF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625CA9B-B68F-4BC1-9E46-6DA3685AE8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5A332C-2229-423D-BEC9-F04305F8B901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3715A5C-FC4D-4F3F-9312-ECD971CD7A36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E8FBCE-F521-4109-8D17-A86B90A57BBA}"/>
              </a:ext>
            </a:extLst>
          </p:cNvPr>
          <p:cNvSpPr/>
          <p:nvPr/>
        </p:nvSpPr>
        <p:spPr>
          <a:xfrm>
            <a:off x="16039070" y="9366421"/>
            <a:ext cx="1436130" cy="362465"/>
          </a:xfrm>
          <a:prstGeom prst="rect">
            <a:avLst/>
          </a:prstGeom>
          <a:solidFill>
            <a:srgbClr val="F1EA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3D58923-DCE9-4396-993E-F12E30C959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FB9FF-BBDE-488B-8A99-760B4E40272C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CBFEFC02-6582-49D7-8529-ACEC56F97CC6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9BB424-490E-4FBE-8915-1756801A37CF}"/>
              </a:ext>
            </a:extLst>
          </p:cNvPr>
          <p:cNvSpPr/>
          <p:nvPr/>
        </p:nvSpPr>
        <p:spPr>
          <a:xfrm>
            <a:off x="16039070" y="9391134"/>
            <a:ext cx="1436130" cy="362465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E5AB122-6B0D-4BF6-A3CA-86D3A77142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D02A4E-A297-4725-AF85-93755D883D00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C947D129-5BD1-42F7-8657-5B75E1AA6325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104FDD-A188-4CA3-939F-93CC1BE08AB4}"/>
              </a:ext>
            </a:extLst>
          </p:cNvPr>
          <p:cNvSpPr/>
          <p:nvPr/>
        </p:nvSpPr>
        <p:spPr>
          <a:xfrm>
            <a:off x="16039070" y="9378776"/>
            <a:ext cx="1436130" cy="362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4469A38D-948A-45F5-9C35-2778B07338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4A6644-D65A-46CA-AE56-50C4764B65CF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EE304AF9-8BE4-4B77-A76C-039C5F661C03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57C27D-9B02-4688-A870-9BA079F0184C}"/>
              </a:ext>
            </a:extLst>
          </p:cNvPr>
          <p:cNvSpPr/>
          <p:nvPr/>
        </p:nvSpPr>
        <p:spPr>
          <a:xfrm>
            <a:off x="16039070" y="9366420"/>
            <a:ext cx="1436130" cy="362465"/>
          </a:xfrm>
          <a:prstGeom prst="rect">
            <a:avLst/>
          </a:prstGeom>
          <a:solidFill>
            <a:srgbClr val="FFFF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FE0B14F3-DD0B-4D43-94F6-1D49A6E1D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FCF22-010D-48E9-9823-817AA798ABC1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516F1B9-C841-4CD5-8355-6E0C8A90BE52}"/>
              </a:ext>
            </a:extLst>
          </p:cNvPr>
          <p:cNvSpPr txBox="1">
            <a:spLocks/>
          </p:cNvSpPr>
          <p:nvPr/>
        </p:nvSpPr>
        <p:spPr>
          <a:xfrm>
            <a:off x="15987583" y="908845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B3D191-E855-4C0D-B7A0-1D042155D32D}"/>
              </a:ext>
            </a:extLst>
          </p:cNvPr>
          <p:cNvSpPr/>
          <p:nvPr/>
        </p:nvSpPr>
        <p:spPr>
          <a:xfrm>
            <a:off x="16039070" y="9391134"/>
            <a:ext cx="1436130" cy="362465"/>
          </a:xfrm>
          <a:prstGeom prst="rect">
            <a:avLst/>
          </a:prstGeom>
          <a:solidFill>
            <a:srgbClr val="FFFF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63F16CE-23EF-4CAA-A64F-11156C687D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EB4FC-39A0-41B6-A251-BA0D5B9E3EB1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AE9E9DD-E546-410D-9657-D478284990D5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18FA2C-BF2B-467B-A2B7-FE80373D151A}"/>
              </a:ext>
            </a:extLst>
          </p:cNvPr>
          <p:cNvSpPr/>
          <p:nvPr/>
        </p:nvSpPr>
        <p:spPr>
          <a:xfrm>
            <a:off x="16039070" y="9391134"/>
            <a:ext cx="1436130" cy="362465"/>
          </a:xfrm>
          <a:prstGeom prst="rect">
            <a:avLst/>
          </a:prstGeom>
          <a:solidFill>
            <a:srgbClr val="FFFF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BCBEB6C-DF8B-4C35-837E-44AA05722C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752EC3-4044-4899-BEA2-EA7F90354F89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988C3FE-5280-4BD9-92BB-F3C44F61A043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183D6-AA8C-4359-99B8-49A83E441BCD}"/>
              </a:ext>
            </a:extLst>
          </p:cNvPr>
          <p:cNvSpPr/>
          <p:nvPr/>
        </p:nvSpPr>
        <p:spPr>
          <a:xfrm>
            <a:off x="16039070" y="9391134"/>
            <a:ext cx="1436130" cy="362465"/>
          </a:xfrm>
          <a:prstGeom prst="rect">
            <a:avLst/>
          </a:prstGeom>
          <a:solidFill>
            <a:srgbClr val="FFFF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38B976E-D8A9-43BF-8F58-F8BF60B292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A30CBB-C92B-45C6-AEE4-5186CF0A407D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E0C0F93-B611-4426-AEE9-B287AAF54DC5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78F2DD-223F-4A89-B0F7-D0878E7FA79F}"/>
              </a:ext>
            </a:extLst>
          </p:cNvPr>
          <p:cNvSpPr/>
          <p:nvPr/>
        </p:nvSpPr>
        <p:spPr>
          <a:xfrm>
            <a:off x="16039070" y="9378777"/>
            <a:ext cx="1436130" cy="362465"/>
          </a:xfrm>
          <a:prstGeom prst="rect">
            <a:avLst/>
          </a:prstGeom>
          <a:solidFill>
            <a:srgbClr val="FFF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42F2F92-1713-4A77-8011-81C64D16D1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3D0BA-4204-4153-8A20-DB7F81ABBEFD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FFAC8D4-5746-4F38-B55D-1C2995AA0A50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CD0708-761C-40CF-AB77-F3C3B64FAB6D}"/>
              </a:ext>
            </a:extLst>
          </p:cNvPr>
          <p:cNvSpPr/>
          <p:nvPr/>
        </p:nvSpPr>
        <p:spPr>
          <a:xfrm>
            <a:off x="16039070" y="9391135"/>
            <a:ext cx="1436130" cy="362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8D6467F-7432-4415-806B-3F45612D58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01725B-2542-46D7-86A3-C0CB16851DA6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CA274F7-DE99-4B74-9E1D-92A2CAD92B4F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0B65E912-F953-40E9-97BB-689FD9727318}"/>
              </a:ext>
            </a:extLst>
          </p:cNvPr>
          <p:cNvSpPr txBox="1">
            <a:spLocks/>
          </p:cNvSpPr>
          <p:nvPr/>
        </p:nvSpPr>
        <p:spPr>
          <a:xfrm>
            <a:off x="16041129" y="92779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C85E01-9253-4331-957B-988FE3814484}"/>
              </a:ext>
            </a:extLst>
          </p:cNvPr>
          <p:cNvSpPr/>
          <p:nvPr/>
        </p:nvSpPr>
        <p:spPr>
          <a:xfrm>
            <a:off x="16039070" y="9378777"/>
            <a:ext cx="1436130" cy="362465"/>
          </a:xfrm>
          <a:prstGeom prst="rect">
            <a:avLst/>
          </a:prstGeom>
          <a:solidFill>
            <a:srgbClr val="FFF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DECD82E9-83DA-4D30-A278-D268965723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707589-1BE9-4D70-9A61-A02878939A0A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DDD8EF5-B17E-49AC-AB7F-2475D4314587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FA4824-468C-4713-B815-2E5F8D00AAA5}"/>
              </a:ext>
            </a:extLst>
          </p:cNvPr>
          <p:cNvSpPr/>
          <p:nvPr/>
        </p:nvSpPr>
        <p:spPr>
          <a:xfrm>
            <a:off x="16039070" y="9391134"/>
            <a:ext cx="1436130" cy="362465"/>
          </a:xfrm>
          <a:prstGeom prst="rect">
            <a:avLst/>
          </a:prstGeom>
          <a:solidFill>
            <a:srgbClr val="FFF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FC77456E-0B37-499A-ACAC-6EE9D288FD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34EFA8-F126-47DA-9E09-44206869677D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3159B8F-E7F3-4D57-BCE7-20089BFE665A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EAED74-5B73-4C09-B6A8-9E42006E68ED}"/>
              </a:ext>
            </a:extLst>
          </p:cNvPr>
          <p:cNvSpPr/>
          <p:nvPr/>
        </p:nvSpPr>
        <p:spPr>
          <a:xfrm>
            <a:off x="13256400" y="7762041"/>
            <a:ext cx="4216400" cy="1956486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CEAC706-8A87-4079-A511-993E5E555D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2" y="8958649"/>
            <a:ext cx="983230" cy="643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B2A5CB-3D0D-4EE1-B12D-502803CFF758}"/>
              </a:ext>
            </a:extLst>
          </p:cNvPr>
          <p:cNvSpPr txBox="1"/>
          <p:nvPr/>
        </p:nvSpPr>
        <p:spPr>
          <a:xfrm>
            <a:off x="8144142" y="9403491"/>
            <a:ext cx="7226692" cy="239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E7AC46D-A4BE-491B-8EF5-5674F6BFFD5E}"/>
              </a:ext>
            </a:extLst>
          </p:cNvPr>
          <p:cNvSpPr txBox="1">
            <a:spLocks/>
          </p:cNvSpPr>
          <p:nvPr/>
        </p:nvSpPr>
        <p:spPr>
          <a:xfrm>
            <a:off x="15888729" y="9125525"/>
            <a:ext cx="3167117" cy="555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8F35010-364B-470B-BB6C-DCBBE63D2E54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204</Words>
  <Application>Microsoft Office PowerPoint</Application>
  <PresentationFormat>Custom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cp:lastModifiedBy>Harsh Prasad</cp:lastModifiedBy>
  <cp:revision>4</cp:revision>
  <dcterms:modified xsi:type="dcterms:W3CDTF">2026-02-13T11:24:19Z</dcterms:modified>
</cp:coreProperties>
</file>