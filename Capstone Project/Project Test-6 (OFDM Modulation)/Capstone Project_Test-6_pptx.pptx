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Aptos" panose="020B0604020202020204" charset="0"/>
      <p:regular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(MS)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2-12T01:08:50"/>
    </inkml:context>
    <inkml:brush xml:id="br0">
      <inkml:brushProperty name="width" value="0.03528" units="cm"/>
      <inkml:brushProperty name="height" value="0.03528" units="cm"/>
      <inkml:brushProperty name="color" value="#F80600"/>
    </inkml:brush>
  </inkml:definitions>
  <inkml:trace contextRef="#ctx0" brushRef="#br0">26139 1799,'0'0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2-12T01:08:50"/>
    </inkml:context>
    <inkml:brush xml:id="br0">
      <inkml:brushProperty name="width" value="0.03528" units="cm"/>
      <inkml:brushProperty name="height" value="0.03528" units="cm"/>
      <inkml:brushProperty name="color" value="#F80600"/>
    </inkml:brush>
  </inkml:definitions>
  <inkml:trace contextRef="#ctx0" brushRef="#br0">24726 1184,'0'0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6-02-12T01:08:50"/>
    </inkml:context>
    <inkml:brush xml:id="br0">
      <inkml:brushProperty name="width" value="0.03528" units="cm"/>
      <inkml:brushProperty name="height" value="0.03528" units="cm"/>
      <inkml:brushProperty name="color" value="#F80600"/>
    </inkml:brush>
  </inkml:definitions>
  <inkml:trace contextRef="#ctx0" brushRef="#br0">26960 1480,'0'0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49345" y="356502"/>
            <a:ext cx="1818465" cy="1183053"/>
            <a:chOff x="0" y="0"/>
            <a:chExt cx="2424620" cy="15774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4684" cy="1577340"/>
            </a:xfrm>
            <a:custGeom>
              <a:avLst/>
              <a:gdLst/>
              <a:ahLst/>
              <a:cxnLst/>
              <a:rect l="l" t="t" r="r" b="b"/>
              <a:pathLst>
                <a:path w="2424684" h="1577340">
                  <a:moveTo>
                    <a:pt x="0" y="0"/>
                  </a:moveTo>
                  <a:lnTo>
                    <a:pt x="2424684" y="0"/>
                  </a:lnTo>
                  <a:lnTo>
                    <a:pt x="2424684" y="1577340"/>
                  </a:lnTo>
                  <a:lnTo>
                    <a:pt x="0" y="1577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388" b="-2549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549345" y="1646025"/>
            <a:ext cx="17333281" cy="115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4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 (MS)" panose="020F0502020204030204"/>
              </a:rPr>
              <a:t>WIPRO NGA Program – 25SUB4505_5G Developer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9345" y="4452795"/>
            <a:ext cx="11947455" cy="448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Capstone Project Presentation – 13ᵗʰ Feb  and 14</a:t>
            </a:r>
            <a:r>
              <a:rPr lang="en-US" sz="3600" baseline="300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th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Feb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9335" y="9144000"/>
            <a:ext cx="625940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95"/>
              </a:lnSpc>
            </a:pPr>
            <a:r>
              <a:rPr lang="en-US" sz="2000" spc="199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www.rpsconsulting.in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0570" y="7602855"/>
            <a:ext cx="10170795" cy="2628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Presented by -		Vinayak Majhi - 58618</a:t>
            </a:r>
          </a:p>
          <a:p>
            <a:pPr marL="2286000" lvl="5" indent="457200"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	Harsh Prasad – 58620</a:t>
            </a:r>
          </a:p>
          <a:p>
            <a:pPr marL="2286000" lvl="5" indent="457200"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       </a:t>
            </a:r>
            <a:r>
              <a:rPr lang="en-US" sz="3600" dirty="0" err="1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Diyanisha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Dey</a:t>
            </a:r>
            <a:r>
              <a:rPr lang="en-US" sz="28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-</a:t>
            </a:r>
            <a:r>
              <a:rPr lang="en-US" sz="28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58621</a:t>
            </a:r>
          </a:p>
          <a:p>
            <a:pPr marL="2286000" lvl="5" indent="457200"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	Keshav </a:t>
            </a:r>
            <a:r>
              <a:rPr lang="en-US" sz="3600" dirty="0" err="1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Janghala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- 58625</a:t>
            </a:r>
          </a:p>
          <a:p>
            <a:pPr marL="2286000" lvl="5" indent="457200"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	</a:t>
            </a:r>
            <a:r>
              <a:rPr lang="en-US" sz="3600" dirty="0" err="1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Diptendra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Maity</a:t>
            </a: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- 58633</a:t>
            </a:r>
          </a:p>
          <a:p>
            <a:pPr marL="2286000" lvl="5" indent="457200" algn="just">
              <a:lnSpc>
                <a:spcPts val="3360"/>
              </a:lnSpc>
            </a:pPr>
            <a:r>
              <a:rPr lang="en-US" sz="36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	</a:t>
            </a:r>
            <a:endParaRPr lang="en-US" sz="2800" dirty="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9593" y="6281738"/>
            <a:ext cx="15385732" cy="46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4200" dirty="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            Test 6: Physical Layer – OFDM Modulation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9386888"/>
            <a:chOff x="0" y="0"/>
            <a:chExt cx="24384000" cy="125158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515850"/>
            </a:xfrm>
            <a:custGeom>
              <a:avLst/>
              <a:gdLst/>
              <a:ahLst/>
              <a:cxnLst/>
              <a:rect l="l" t="t" r="r" b="b"/>
              <a:pathLst>
                <a:path w="24384000" h="12515850">
                  <a:moveTo>
                    <a:pt x="0" y="0"/>
                  </a:moveTo>
                  <a:lnTo>
                    <a:pt x="24384000" y="0"/>
                  </a:lnTo>
                  <a:lnTo>
                    <a:pt x="24384000" y="12515850"/>
                  </a:lnTo>
                  <a:lnTo>
                    <a:pt x="0" y="12515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3" b="-39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537507" y="1052512"/>
            <a:ext cx="182880" cy="189548"/>
            <a:chOff x="0" y="0"/>
            <a:chExt cx="243840" cy="252730"/>
          </a:xfrm>
        </p:grpSpPr>
        <p:sp>
          <p:nvSpPr>
            <p:cNvPr id="9" name="Freeform 9"/>
            <p:cNvSpPr/>
            <p:nvPr/>
          </p:nvSpPr>
          <p:spPr>
            <a:xfrm>
              <a:off x="47065" y="50749"/>
              <a:ext cx="145975" cy="151990"/>
            </a:xfrm>
            <a:custGeom>
              <a:avLst/>
              <a:gdLst/>
              <a:ahLst/>
              <a:cxnLst/>
              <a:rect l="l" t="t" r="r" b="b"/>
              <a:pathLst>
                <a:path w="145975" h="151990">
                  <a:moveTo>
                    <a:pt x="145975" y="52121"/>
                  </a:moveTo>
                  <a:cubicBezTo>
                    <a:pt x="126925" y="133401"/>
                    <a:pt x="115495" y="139751"/>
                    <a:pt x="105335" y="144831"/>
                  </a:cubicBezTo>
                  <a:cubicBezTo>
                    <a:pt x="93905" y="149911"/>
                    <a:pt x="82475" y="153721"/>
                    <a:pt x="68505" y="151181"/>
                  </a:cubicBezTo>
                  <a:cubicBezTo>
                    <a:pt x="50725" y="147371"/>
                    <a:pt x="18975" y="132131"/>
                    <a:pt x="8815" y="114351"/>
                  </a:cubicBezTo>
                  <a:cubicBezTo>
                    <a:pt x="-2615" y="96571"/>
                    <a:pt x="-1345" y="61011"/>
                    <a:pt x="3735" y="43231"/>
                  </a:cubicBezTo>
                  <a:cubicBezTo>
                    <a:pt x="8815" y="30531"/>
                    <a:pt x="17705" y="22911"/>
                    <a:pt x="26595" y="15291"/>
                  </a:cubicBezTo>
                  <a:cubicBezTo>
                    <a:pt x="35485" y="7671"/>
                    <a:pt x="46915" y="1321"/>
                    <a:pt x="59615" y="51"/>
                  </a:cubicBezTo>
                  <a:cubicBezTo>
                    <a:pt x="78665" y="-1219"/>
                    <a:pt x="128195" y="21641"/>
                    <a:pt x="128195" y="21641"/>
                  </a:cubicBezTo>
                </a:path>
              </a:pathLst>
            </a:custGeom>
            <a:solidFill>
              <a:srgbClr val="E7191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0400348" y="952500"/>
            <a:ext cx="442912" cy="427672"/>
            <a:chOff x="0" y="0"/>
            <a:chExt cx="590550" cy="570230"/>
          </a:xfrm>
        </p:grpSpPr>
        <p:sp>
          <p:nvSpPr>
            <p:cNvPr id="11" name="Freeform 11"/>
            <p:cNvSpPr/>
            <p:nvPr/>
          </p:nvSpPr>
          <p:spPr>
            <a:xfrm>
              <a:off x="50360" y="48347"/>
              <a:ext cx="489094" cy="469813"/>
            </a:xfrm>
            <a:custGeom>
              <a:avLst/>
              <a:gdLst/>
              <a:ahLst/>
              <a:cxnLst/>
              <a:rect l="l" t="t" r="r" b="b"/>
              <a:pathLst>
                <a:path w="489094" h="469813">
                  <a:moveTo>
                    <a:pt x="396680" y="469813"/>
                  </a:moveTo>
                  <a:cubicBezTo>
                    <a:pt x="82990" y="406313"/>
                    <a:pt x="70290" y="382183"/>
                    <a:pt x="53780" y="359323"/>
                  </a:cubicBezTo>
                  <a:cubicBezTo>
                    <a:pt x="37270" y="336463"/>
                    <a:pt x="24570" y="311063"/>
                    <a:pt x="15680" y="284393"/>
                  </a:cubicBezTo>
                  <a:cubicBezTo>
                    <a:pt x="6790" y="256453"/>
                    <a:pt x="-2100" y="222163"/>
                    <a:pt x="440" y="192953"/>
                  </a:cubicBezTo>
                  <a:cubicBezTo>
                    <a:pt x="1710" y="162473"/>
                    <a:pt x="9330" y="126913"/>
                    <a:pt x="24570" y="102783"/>
                  </a:cubicBezTo>
                  <a:cubicBezTo>
                    <a:pt x="39810" y="79923"/>
                    <a:pt x="61400" y="62143"/>
                    <a:pt x="86800" y="49443"/>
                  </a:cubicBezTo>
                  <a:cubicBezTo>
                    <a:pt x="116010" y="35473"/>
                    <a:pt x="157920" y="29123"/>
                    <a:pt x="194750" y="29123"/>
                  </a:cubicBezTo>
                  <a:cubicBezTo>
                    <a:pt x="234120" y="27853"/>
                    <a:pt x="281110" y="30393"/>
                    <a:pt x="312860" y="48173"/>
                  </a:cubicBezTo>
                  <a:cubicBezTo>
                    <a:pt x="342070" y="64683"/>
                    <a:pt x="362390" y="91353"/>
                    <a:pt x="378900" y="128183"/>
                  </a:cubicBezTo>
                  <a:cubicBezTo>
                    <a:pt x="406840" y="185333"/>
                    <a:pt x="443670" y="314873"/>
                    <a:pt x="428430" y="370753"/>
                  </a:cubicBezTo>
                  <a:cubicBezTo>
                    <a:pt x="418270" y="406313"/>
                    <a:pt x="390330" y="436793"/>
                    <a:pt x="358580" y="446953"/>
                  </a:cubicBezTo>
                  <a:cubicBezTo>
                    <a:pt x="320480" y="458383"/>
                    <a:pt x="250630" y="432983"/>
                    <a:pt x="204910" y="408853"/>
                  </a:cubicBezTo>
                  <a:cubicBezTo>
                    <a:pt x="160460" y="384723"/>
                    <a:pt x="107120" y="332653"/>
                    <a:pt x="89340" y="304713"/>
                  </a:cubicBezTo>
                  <a:cubicBezTo>
                    <a:pt x="80450" y="290743"/>
                    <a:pt x="79180" y="281853"/>
                    <a:pt x="79180" y="267883"/>
                  </a:cubicBezTo>
                  <a:cubicBezTo>
                    <a:pt x="79180" y="251373"/>
                    <a:pt x="86800" y="227243"/>
                    <a:pt x="96960" y="213273"/>
                  </a:cubicBezTo>
                  <a:cubicBezTo>
                    <a:pt x="104580" y="203113"/>
                    <a:pt x="114740" y="194223"/>
                    <a:pt x="127440" y="190413"/>
                  </a:cubicBezTo>
                  <a:cubicBezTo>
                    <a:pt x="142680" y="184063"/>
                    <a:pt x="168080" y="182793"/>
                    <a:pt x="184590" y="187873"/>
                  </a:cubicBezTo>
                  <a:cubicBezTo>
                    <a:pt x="197290" y="190413"/>
                    <a:pt x="208720" y="195493"/>
                    <a:pt x="217610" y="208193"/>
                  </a:cubicBezTo>
                  <a:cubicBezTo>
                    <a:pt x="235390" y="232323"/>
                    <a:pt x="249360" y="314873"/>
                    <a:pt x="251900" y="346623"/>
                  </a:cubicBezTo>
                  <a:cubicBezTo>
                    <a:pt x="253170" y="363133"/>
                    <a:pt x="250630" y="373293"/>
                    <a:pt x="246820" y="384723"/>
                  </a:cubicBezTo>
                  <a:cubicBezTo>
                    <a:pt x="241740" y="396153"/>
                    <a:pt x="235390" y="407583"/>
                    <a:pt x="225230" y="416473"/>
                  </a:cubicBezTo>
                  <a:cubicBezTo>
                    <a:pt x="211260" y="426633"/>
                    <a:pt x="189670" y="435523"/>
                    <a:pt x="171890" y="435523"/>
                  </a:cubicBezTo>
                  <a:cubicBezTo>
                    <a:pt x="154110" y="435523"/>
                    <a:pt x="131250" y="427903"/>
                    <a:pt x="118550" y="415203"/>
                  </a:cubicBezTo>
                  <a:cubicBezTo>
                    <a:pt x="104580" y="403773"/>
                    <a:pt x="96960" y="389803"/>
                    <a:pt x="91880" y="364403"/>
                  </a:cubicBezTo>
                  <a:cubicBezTo>
                    <a:pt x="80450" y="309793"/>
                    <a:pt x="81720" y="145963"/>
                    <a:pt x="108390" y="86273"/>
                  </a:cubicBezTo>
                  <a:cubicBezTo>
                    <a:pt x="124900" y="49443"/>
                    <a:pt x="154110" y="26583"/>
                    <a:pt x="182050" y="12613"/>
                  </a:cubicBezTo>
                  <a:cubicBezTo>
                    <a:pt x="209990" y="-87"/>
                    <a:pt x="244280" y="-2627"/>
                    <a:pt x="276030" y="2453"/>
                  </a:cubicBezTo>
                  <a:cubicBezTo>
                    <a:pt x="315400" y="10073"/>
                    <a:pt x="370010" y="38013"/>
                    <a:pt x="397950" y="62143"/>
                  </a:cubicBezTo>
                  <a:cubicBezTo>
                    <a:pt x="418270" y="81193"/>
                    <a:pt x="434780" y="105323"/>
                    <a:pt x="437320" y="126913"/>
                  </a:cubicBezTo>
                  <a:cubicBezTo>
                    <a:pt x="439860" y="143423"/>
                    <a:pt x="433510" y="162473"/>
                    <a:pt x="424620" y="176443"/>
                  </a:cubicBezTo>
                  <a:cubicBezTo>
                    <a:pt x="415730" y="189143"/>
                    <a:pt x="399220" y="203113"/>
                    <a:pt x="383980" y="208193"/>
                  </a:cubicBezTo>
                  <a:cubicBezTo>
                    <a:pt x="368740" y="213273"/>
                    <a:pt x="348420" y="213273"/>
                    <a:pt x="333180" y="208193"/>
                  </a:cubicBezTo>
                  <a:cubicBezTo>
                    <a:pt x="316670" y="204383"/>
                    <a:pt x="300160" y="192953"/>
                    <a:pt x="291270" y="177713"/>
                  </a:cubicBezTo>
                  <a:cubicBezTo>
                    <a:pt x="281110" y="159933"/>
                    <a:pt x="276030" y="123103"/>
                    <a:pt x="282380" y="102783"/>
                  </a:cubicBezTo>
                  <a:cubicBezTo>
                    <a:pt x="286190" y="86273"/>
                    <a:pt x="301430" y="72303"/>
                    <a:pt x="314130" y="63413"/>
                  </a:cubicBezTo>
                  <a:cubicBezTo>
                    <a:pt x="328100" y="54523"/>
                    <a:pt x="347150" y="49443"/>
                    <a:pt x="364930" y="51983"/>
                  </a:cubicBezTo>
                  <a:cubicBezTo>
                    <a:pt x="385250" y="55793"/>
                    <a:pt x="417000" y="73573"/>
                    <a:pt x="427160" y="92623"/>
                  </a:cubicBezTo>
                  <a:cubicBezTo>
                    <a:pt x="438590" y="112943"/>
                    <a:pt x="437320" y="149773"/>
                    <a:pt x="428430" y="168823"/>
                  </a:cubicBezTo>
                  <a:cubicBezTo>
                    <a:pt x="422080" y="184063"/>
                    <a:pt x="406840" y="198033"/>
                    <a:pt x="391600" y="204383"/>
                  </a:cubicBezTo>
                  <a:cubicBezTo>
                    <a:pt x="377630" y="212003"/>
                    <a:pt x="359850" y="215813"/>
                    <a:pt x="340800" y="210733"/>
                  </a:cubicBezTo>
                  <a:cubicBezTo>
                    <a:pt x="311590" y="203113"/>
                    <a:pt x="251900" y="133263"/>
                    <a:pt x="240470" y="140883"/>
                  </a:cubicBezTo>
                  <a:cubicBezTo>
                    <a:pt x="230310" y="145963"/>
                    <a:pt x="250630" y="190413"/>
                    <a:pt x="253170" y="222163"/>
                  </a:cubicBezTo>
                  <a:cubicBezTo>
                    <a:pt x="256980" y="262803"/>
                    <a:pt x="256980" y="333923"/>
                    <a:pt x="251900" y="365673"/>
                  </a:cubicBezTo>
                  <a:cubicBezTo>
                    <a:pt x="248090" y="382183"/>
                    <a:pt x="246820" y="391073"/>
                    <a:pt x="237930" y="401233"/>
                  </a:cubicBezTo>
                  <a:cubicBezTo>
                    <a:pt x="225230" y="416473"/>
                    <a:pt x="190940" y="434253"/>
                    <a:pt x="171890" y="435523"/>
                  </a:cubicBezTo>
                  <a:cubicBezTo>
                    <a:pt x="157920" y="438063"/>
                    <a:pt x="145220" y="432983"/>
                    <a:pt x="133790" y="426633"/>
                  </a:cubicBezTo>
                  <a:cubicBezTo>
                    <a:pt x="119820" y="417743"/>
                    <a:pt x="102040" y="401233"/>
                    <a:pt x="96960" y="383453"/>
                  </a:cubicBezTo>
                  <a:cubicBezTo>
                    <a:pt x="90610" y="365673"/>
                    <a:pt x="104580" y="340273"/>
                    <a:pt x="102040" y="319953"/>
                  </a:cubicBezTo>
                  <a:cubicBezTo>
                    <a:pt x="98230" y="302173"/>
                    <a:pt x="79180" y="285663"/>
                    <a:pt x="79180" y="267883"/>
                  </a:cubicBezTo>
                  <a:cubicBezTo>
                    <a:pt x="77910" y="250103"/>
                    <a:pt x="85530" y="227243"/>
                    <a:pt x="96960" y="213273"/>
                  </a:cubicBezTo>
                  <a:cubicBezTo>
                    <a:pt x="108390" y="199303"/>
                    <a:pt x="127440" y="187873"/>
                    <a:pt x="146490" y="184063"/>
                  </a:cubicBezTo>
                  <a:cubicBezTo>
                    <a:pt x="165540" y="181523"/>
                    <a:pt x="193480" y="186603"/>
                    <a:pt x="211260" y="199303"/>
                  </a:cubicBezTo>
                  <a:cubicBezTo>
                    <a:pt x="232850" y="215813"/>
                    <a:pt x="255710" y="290743"/>
                    <a:pt x="259520" y="289473"/>
                  </a:cubicBezTo>
                  <a:cubicBezTo>
                    <a:pt x="264600" y="288203"/>
                    <a:pt x="255710" y="208193"/>
                    <a:pt x="236660" y="189143"/>
                  </a:cubicBezTo>
                  <a:cubicBezTo>
                    <a:pt x="218880" y="172633"/>
                    <a:pt x="168080" y="162473"/>
                    <a:pt x="157920" y="173903"/>
                  </a:cubicBezTo>
                  <a:cubicBezTo>
                    <a:pt x="146490" y="184063"/>
                    <a:pt x="160460" y="236133"/>
                    <a:pt x="175700" y="255183"/>
                  </a:cubicBezTo>
                  <a:cubicBezTo>
                    <a:pt x="189670" y="274233"/>
                    <a:pt x="213800" y="281853"/>
                    <a:pt x="243010" y="292013"/>
                  </a:cubicBezTo>
                  <a:cubicBezTo>
                    <a:pt x="291270" y="308523"/>
                    <a:pt x="404300" y="302173"/>
                    <a:pt x="443670" y="322493"/>
                  </a:cubicBezTo>
                  <a:cubicBezTo>
                    <a:pt x="463990" y="332653"/>
                    <a:pt x="475420" y="347893"/>
                    <a:pt x="481770" y="361863"/>
                  </a:cubicBezTo>
                  <a:cubicBezTo>
                    <a:pt x="488120" y="373293"/>
                    <a:pt x="490660" y="385993"/>
                    <a:pt x="488120" y="398693"/>
                  </a:cubicBezTo>
                  <a:cubicBezTo>
                    <a:pt x="486850" y="413933"/>
                    <a:pt x="479230" y="436793"/>
                    <a:pt x="465260" y="449493"/>
                  </a:cubicBezTo>
                  <a:cubicBezTo>
                    <a:pt x="450020" y="462193"/>
                    <a:pt x="396680" y="469813"/>
                    <a:pt x="396680" y="469813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5497175" y="550545"/>
            <a:ext cx="2384108" cy="1178242"/>
            <a:chOff x="0" y="0"/>
            <a:chExt cx="3178810" cy="1570990"/>
          </a:xfrm>
        </p:grpSpPr>
        <p:sp>
          <p:nvSpPr>
            <p:cNvPr id="13" name="Freeform 13"/>
            <p:cNvSpPr/>
            <p:nvPr/>
          </p:nvSpPr>
          <p:spPr>
            <a:xfrm>
              <a:off x="50800" y="50369"/>
              <a:ext cx="3082826" cy="1472515"/>
            </a:xfrm>
            <a:custGeom>
              <a:avLst/>
              <a:gdLst/>
              <a:ahLst/>
              <a:cxnLst/>
              <a:rect l="l" t="t" r="r" b="b"/>
              <a:pathLst>
                <a:path w="3082826" h="1472515">
                  <a:moveTo>
                    <a:pt x="0" y="1011351"/>
                  </a:moveTo>
                  <a:cubicBezTo>
                    <a:pt x="0" y="1011351"/>
                    <a:pt x="1270" y="1007541"/>
                    <a:pt x="1270" y="1005001"/>
                  </a:cubicBezTo>
                  <a:cubicBezTo>
                    <a:pt x="1270" y="1002461"/>
                    <a:pt x="2540" y="998651"/>
                    <a:pt x="2540" y="998651"/>
                  </a:cubicBezTo>
                  <a:cubicBezTo>
                    <a:pt x="2540" y="998651"/>
                    <a:pt x="3810" y="993571"/>
                    <a:pt x="5080" y="992301"/>
                  </a:cubicBezTo>
                  <a:cubicBezTo>
                    <a:pt x="5080" y="989761"/>
                    <a:pt x="7620" y="985951"/>
                    <a:pt x="7620" y="984681"/>
                  </a:cubicBezTo>
                  <a:cubicBezTo>
                    <a:pt x="7620" y="984681"/>
                    <a:pt x="10160" y="980871"/>
                    <a:pt x="11430" y="979601"/>
                  </a:cubicBezTo>
                  <a:cubicBezTo>
                    <a:pt x="12700" y="977061"/>
                    <a:pt x="15240" y="974521"/>
                    <a:pt x="15240" y="974521"/>
                  </a:cubicBezTo>
                  <a:cubicBezTo>
                    <a:pt x="15240" y="973251"/>
                    <a:pt x="19050" y="970711"/>
                    <a:pt x="20320" y="969441"/>
                  </a:cubicBezTo>
                  <a:cubicBezTo>
                    <a:pt x="22860" y="968171"/>
                    <a:pt x="25400" y="964361"/>
                    <a:pt x="25400" y="964361"/>
                  </a:cubicBezTo>
                  <a:cubicBezTo>
                    <a:pt x="26670" y="964361"/>
                    <a:pt x="30480" y="963091"/>
                    <a:pt x="31750" y="961821"/>
                  </a:cubicBezTo>
                  <a:cubicBezTo>
                    <a:pt x="34290" y="960551"/>
                    <a:pt x="38100" y="958011"/>
                    <a:pt x="38100" y="958011"/>
                  </a:cubicBezTo>
                  <a:cubicBezTo>
                    <a:pt x="38100" y="958011"/>
                    <a:pt x="162560" y="913561"/>
                    <a:pt x="165100" y="909751"/>
                  </a:cubicBezTo>
                  <a:cubicBezTo>
                    <a:pt x="165100" y="908481"/>
                    <a:pt x="162560" y="902131"/>
                    <a:pt x="162560" y="902131"/>
                  </a:cubicBezTo>
                  <a:cubicBezTo>
                    <a:pt x="162560" y="902131"/>
                    <a:pt x="162560" y="897051"/>
                    <a:pt x="162560" y="894511"/>
                  </a:cubicBezTo>
                  <a:cubicBezTo>
                    <a:pt x="162560" y="891971"/>
                    <a:pt x="162560" y="886891"/>
                    <a:pt x="162560" y="886891"/>
                  </a:cubicBezTo>
                  <a:cubicBezTo>
                    <a:pt x="162560" y="886891"/>
                    <a:pt x="163830" y="881811"/>
                    <a:pt x="163830" y="879271"/>
                  </a:cubicBezTo>
                  <a:cubicBezTo>
                    <a:pt x="165100" y="878001"/>
                    <a:pt x="165100" y="872921"/>
                    <a:pt x="165100" y="872921"/>
                  </a:cubicBezTo>
                  <a:cubicBezTo>
                    <a:pt x="165100" y="872921"/>
                    <a:pt x="167640" y="867841"/>
                    <a:pt x="168910" y="865301"/>
                  </a:cubicBezTo>
                  <a:cubicBezTo>
                    <a:pt x="170180" y="864031"/>
                    <a:pt x="171450" y="858951"/>
                    <a:pt x="171450" y="858951"/>
                  </a:cubicBezTo>
                  <a:cubicBezTo>
                    <a:pt x="172720" y="858951"/>
                    <a:pt x="175260" y="855141"/>
                    <a:pt x="176530" y="853871"/>
                  </a:cubicBezTo>
                  <a:cubicBezTo>
                    <a:pt x="177800" y="851331"/>
                    <a:pt x="181610" y="847521"/>
                    <a:pt x="181610" y="847521"/>
                  </a:cubicBezTo>
                  <a:cubicBezTo>
                    <a:pt x="181610" y="847521"/>
                    <a:pt x="185420" y="844981"/>
                    <a:pt x="187960" y="843711"/>
                  </a:cubicBezTo>
                  <a:cubicBezTo>
                    <a:pt x="189230" y="841171"/>
                    <a:pt x="193040" y="838631"/>
                    <a:pt x="193040" y="838631"/>
                  </a:cubicBezTo>
                  <a:cubicBezTo>
                    <a:pt x="194310" y="838631"/>
                    <a:pt x="198120" y="837361"/>
                    <a:pt x="200660" y="836091"/>
                  </a:cubicBezTo>
                  <a:cubicBezTo>
                    <a:pt x="203200" y="834821"/>
                    <a:pt x="207010" y="833551"/>
                    <a:pt x="207010" y="833551"/>
                  </a:cubicBezTo>
                  <a:cubicBezTo>
                    <a:pt x="208280" y="832281"/>
                    <a:pt x="298450" y="753541"/>
                    <a:pt x="325120" y="733221"/>
                  </a:cubicBezTo>
                  <a:cubicBezTo>
                    <a:pt x="339090" y="723061"/>
                    <a:pt x="353060" y="716711"/>
                    <a:pt x="358140" y="711631"/>
                  </a:cubicBezTo>
                  <a:cubicBezTo>
                    <a:pt x="360680" y="709091"/>
                    <a:pt x="359410" y="707821"/>
                    <a:pt x="361950" y="706551"/>
                  </a:cubicBezTo>
                  <a:cubicBezTo>
                    <a:pt x="363220" y="702741"/>
                    <a:pt x="368300" y="698931"/>
                    <a:pt x="372110" y="695121"/>
                  </a:cubicBezTo>
                  <a:cubicBezTo>
                    <a:pt x="375920" y="692581"/>
                    <a:pt x="379730" y="690041"/>
                    <a:pt x="384810" y="687501"/>
                  </a:cubicBezTo>
                  <a:cubicBezTo>
                    <a:pt x="389890" y="684961"/>
                    <a:pt x="396240" y="683691"/>
                    <a:pt x="400050" y="682421"/>
                  </a:cubicBezTo>
                  <a:cubicBezTo>
                    <a:pt x="401320" y="682421"/>
                    <a:pt x="401320" y="682421"/>
                    <a:pt x="403860" y="681151"/>
                  </a:cubicBezTo>
                  <a:cubicBezTo>
                    <a:pt x="426720" y="672261"/>
                    <a:pt x="590550" y="550341"/>
                    <a:pt x="702310" y="485571"/>
                  </a:cubicBezTo>
                  <a:cubicBezTo>
                    <a:pt x="838200" y="408101"/>
                    <a:pt x="1018540" y="325551"/>
                    <a:pt x="1168400" y="259511"/>
                  </a:cubicBezTo>
                  <a:cubicBezTo>
                    <a:pt x="1303020" y="199821"/>
                    <a:pt x="1442720" y="145211"/>
                    <a:pt x="1560830" y="103301"/>
                  </a:cubicBezTo>
                  <a:cubicBezTo>
                    <a:pt x="1656080" y="70281"/>
                    <a:pt x="1736090" y="38531"/>
                    <a:pt x="1821180" y="22021"/>
                  </a:cubicBezTo>
                  <a:cubicBezTo>
                    <a:pt x="1898650" y="6781"/>
                    <a:pt x="1983740" y="-2109"/>
                    <a:pt x="2047240" y="431"/>
                  </a:cubicBezTo>
                  <a:cubicBezTo>
                    <a:pt x="2092960" y="1701"/>
                    <a:pt x="2150110" y="16941"/>
                    <a:pt x="2165350" y="19481"/>
                  </a:cubicBezTo>
                  <a:cubicBezTo>
                    <a:pt x="2169160" y="19481"/>
                    <a:pt x="2170430" y="19481"/>
                    <a:pt x="2172970" y="19481"/>
                  </a:cubicBezTo>
                  <a:cubicBezTo>
                    <a:pt x="2175510" y="19481"/>
                    <a:pt x="2180590" y="19481"/>
                    <a:pt x="2180590" y="19481"/>
                  </a:cubicBezTo>
                  <a:cubicBezTo>
                    <a:pt x="2180590" y="19481"/>
                    <a:pt x="2183130" y="20751"/>
                    <a:pt x="2185670" y="20751"/>
                  </a:cubicBezTo>
                  <a:cubicBezTo>
                    <a:pt x="2192020" y="22021"/>
                    <a:pt x="2208530" y="14401"/>
                    <a:pt x="2222500" y="16941"/>
                  </a:cubicBezTo>
                  <a:cubicBezTo>
                    <a:pt x="2242820" y="20751"/>
                    <a:pt x="2277110" y="55041"/>
                    <a:pt x="2294890" y="57581"/>
                  </a:cubicBezTo>
                  <a:cubicBezTo>
                    <a:pt x="2305050" y="57581"/>
                    <a:pt x="2306320" y="51231"/>
                    <a:pt x="2317750" y="51231"/>
                  </a:cubicBezTo>
                  <a:cubicBezTo>
                    <a:pt x="2349500" y="48691"/>
                    <a:pt x="2451100" y="60121"/>
                    <a:pt x="2494280" y="72821"/>
                  </a:cubicBezTo>
                  <a:cubicBezTo>
                    <a:pt x="2522220" y="80441"/>
                    <a:pt x="2547620" y="100761"/>
                    <a:pt x="2557780" y="102031"/>
                  </a:cubicBezTo>
                  <a:cubicBezTo>
                    <a:pt x="2562860" y="102031"/>
                    <a:pt x="2561590" y="99491"/>
                    <a:pt x="2566670" y="98221"/>
                  </a:cubicBezTo>
                  <a:cubicBezTo>
                    <a:pt x="2588260" y="90601"/>
                    <a:pt x="2683510" y="51231"/>
                    <a:pt x="2747010" y="47421"/>
                  </a:cubicBezTo>
                  <a:cubicBezTo>
                    <a:pt x="2813050" y="42341"/>
                    <a:pt x="2898140" y="46151"/>
                    <a:pt x="2954020" y="75361"/>
                  </a:cubicBezTo>
                  <a:cubicBezTo>
                    <a:pt x="3006090" y="103301"/>
                    <a:pt x="3060700" y="154101"/>
                    <a:pt x="3077210" y="211251"/>
                  </a:cubicBezTo>
                  <a:cubicBezTo>
                    <a:pt x="3097530" y="282371"/>
                    <a:pt x="3058160" y="396671"/>
                    <a:pt x="3031490" y="479221"/>
                  </a:cubicBezTo>
                  <a:cubicBezTo>
                    <a:pt x="3007360" y="556691"/>
                    <a:pt x="2960370" y="650671"/>
                    <a:pt x="2931160" y="696391"/>
                  </a:cubicBezTo>
                  <a:cubicBezTo>
                    <a:pt x="2915920" y="720521"/>
                    <a:pt x="2900680" y="728141"/>
                    <a:pt x="2889250" y="747191"/>
                  </a:cubicBezTo>
                  <a:cubicBezTo>
                    <a:pt x="2875280" y="771321"/>
                    <a:pt x="2877820" y="796721"/>
                    <a:pt x="2857500" y="828471"/>
                  </a:cubicBezTo>
                  <a:cubicBezTo>
                    <a:pt x="2816860" y="893241"/>
                    <a:pt x="2701290" y="1005001"/>
                    <a:pt x="2608580" y="1081201"/>
                  </a:cubicBezTo>
                  <a:cubicBezTo>
                    <a:pt x="2512060" y="1161211"/>
                    <a:pt x="2359660" y="1255191"/>
                    <a:pt x="2288540" y="1293291"/>
                  </a:cubicBezTo>
                  <a:cubicBezTo>
                    <a:pt x="2254250" y="1311071"/>
                    <a:pt x="2236470" y="1312341"/>
                    <a:pt x="2211070" y="1323771"/>
                  </a:cubicBezTo>
                  <a:cubicBezTo>
                    <a:pt x="2184400" y="1336471"/>
                    <a:pt x="2164080" y="1354251"/>
                    <a:pt x="2132330" y="1368221"/>
                  </a:cubicBezTo>
                  <a:cubicBezTo>
                    <a:pt x="2089150" y="1389811"/>
                    <a:pt x="2011680" y="1425371"/>
                    <a:pt x="1973580" y="1431721"/>
                  </a:cubicBezTo>
                  <a:cubicBezTo>
                    <a:pt x="1953260" y="1435531"/>
                    <a:pt x="1945640" y="1427911"/>
                    <a:pt x="1925320" y="1430451"/>
                  </a:cubicBezTo>
                  <a:cubicBezTo>
                    <a:pt x="1888490" y="1434261"/>
                    <a:pt x="1828800" y="1463471"/>
                    <a:pt x="1772920" y="1468551"/>
                  </a:cubicBezTo>
                  <a:cubicBezTo>
                    <a:pt x="1705610" y="1476171"/>
                    <a:pt x="1617980" y="1472361"/>
                    <a:pt x="1549400" y="1460931"/>
                  </a:cubicBezTo>
                  <a:cubicBezTo>
                    <a:pt x="1489710" y="1449501"/>
                    <a:pt x="1428750" y="1434261"/>
                    <a:pt x="1384300" y="1406321"/>
                  </a:cubicBezTo>
                  <a:cubicBezTo>
                    <a:pt x="1346200" y="1382191"/>
                    <a:pt x="1322070" y="1317421"/>
                    <a:pt x="1292860" y="1309801"/>
                  </a:cubicBezTo>
                  <a:cubicBezTo>
                    <a:pt x="1272540" y="1304721"/>
                    <a:pt x="1258570" y="1322501"/>
                    <a:pt x="1233170" y="1327581"/>
                  </a:cubicBezTo>
                  <a:cubicBezTo>
                    <a:pt x="1187450" y="1336471"/>
                    <a:pt x="1099820" y="1337741"/>
                    <a:pt x="1041400" y="1341551"/>
                  </a:cubicBezTo>
                  <a:cubicBezTo>
                    <a:pt x="993140" y="1345361"/>
                    <a:pt x="925830" y="1351711"/>
                    <a:pt x="910590" y="1351711"/>
                  </a:cubicBezTo>
                  <a:cubicBezTo>
                    <a:pt x="906780" y="1351711"/>
                    <a:pt x="905510" y="1351711"/>
                    <a:pt x="904240" y="1351711"/>
                  </a:cubicBezTo>
                  <a:cubicBezTo>
                    <a:pt x="901700" y="1350441"/>
                    <a:pt x="899160" y="1351711"/>
                    <a:pt x="896620" y="1351711"/>
                  </a:cubicBezTo>
                  <a:cubicBezTo>
                    <a:pt x="895350" y="1350441"/>
                    <a:pt x="895350" y="1350441"/>
                    <a:pt x="894080" y="1350441"/>
                  </a:cubicBezTo>
                  <a:cubicBezTo>
                    <a:pt x="892810" y="1350441"/>
                    <a:pt x="891540" y="1350441"/>
                    <a:pt x="891540" y="1350441"/>
                  </a:cubicBezTo>
                  <a:cubicBezTo>
                    <a:pt x="889000" y="1349171"/>
                    <a:pt x="886460" y="1347901"/>
                    <a:pt x="885190" y="1347901"/>
                  </a:cubicBezTo>
                  <a:cubicBezTo>
                    <a:pt x="882650" y="1346631"/>
                    <a:pt x="880110" y="1346631"/>
                    <a:pt x="878840" y="1345361"/>
                  </a:cubicBezTo>
                  <a:cubicBezTo>
                    <a:pt x="877570" y="1345361"/>
                    <a:pt x="877570" y="1344091"/>
                    <a:pt x="876300" y="1342821"/>
                  </a:cubicBezTo>
                  <a:cubicBezTo>
                    <a:pt x="875030" y="1342821"/>
                    <a:pt x="875030" y="1342821"/>
                    <a:pt x="873760" y="1341551"/>
                  </a:cubicBezTo>
                  <a:cubicBezTo>
                    <a:pt x="872490" y="1341551"/>
                    <a:pt x="869950" y="1339011"/>
                    <a:pt x="868680" y="1337741"/>
                  </a:cubicBezTo>
                  <a:cubicBezTo>
                    <a:pt x="867410" y="1336471"/>
                    <a:pt x="864870" y="1335201"/>
                    <a:pt x="863600" y="1333931"/>
                  </a:cubicBezTo>
                  <a:cubicBezTo>
                    <a:pt x="862330" y="1332661"/>
                    <a:pt x="862330" y="1332661"/>
                    <a:pt x="862330" y="1331391"/>
                  </a:cubicBezTo>
                  <a:cubicBezTo>
                    <a:pt x="861060" y="1330121"/>
                    <a:pt x="859790" y="1330121"/>
                    <a:pt x="859790" y="1328851"/>
                  </a:cubicBezTo>
                  <a:cubicBezTo>
                    <a:pt x="858520" y="1327581"/>
                    <a:pt x="857250" y="1325041"/>
                    <a:pt x="855980" y="1323771"/>
                  </a:cubicBezTo>
                  <a:cubicBezTo>
                    <a:pt x="854710" y="1321231"/>
                    <a:pt x="853440" y="1319961"/>
                    <a:pt x="852170" y="1318691"/>
                  </a:cubicBezTo>
                  <a:cubicBezTo>
                    <a:pt x="852170" y="1317421"/>
                    <a:pt x="852170" y="1316151"/>
                    <a:pt x="852170" y="1314881"/>
                  </a:cubicBezTo>
                  <a:cubicBezTo>
                    <a:pt x="850900" y="1313611"/>
                    <a:pt x="850900" y="1313611"/>
                    <a:pt x="849630" y="1312341"/>
                  </a:cubicBezTo>
                  <a:cubicBezTo>
                    <a:pt x="849630" y="1311071"/>
                    <a:pt x="849630" y="1308531"/>
                    <a:pt x="849630" y="1305991"/>
                  </a:cubicBezTo>
                  <a:cubicBezTo>
                    <a:pt x="848360" y="1303451"/>
                    <a:pt x="847090" y="1302181"/>
                    <a:pt x="847090" y="1299641"/>
                  </a:cubicBezTo>
                  <a:cubicBezTo>
                    <a:pt x="847090" y="1298371"/>
                    <a:pt x="847090" y="1297101"/>
                    <a:pt x="847090" y="1297101"/>
                  </a:cubicBezTo>
                  <a:cubicBezTo>
                    <a:pt x="847090" y="1295831"/>
                    <a:pt x="847090" y="1294561"/>
                    <a:pt x="847090" y="1293291"/>
                  </a:cubicBezTo>
                  <a:cubicBezTo>
                    <a:pt x="847090" y="1292021"/>
                    <a:pt x="847090" y="1289481"/>
                    <a:pt x="848360" y="1286941"/>
                  </a:cubicBezTo>
                  <a:cubicBezTo>
                    <a:pt x="848360" y="1284401"/>
                    <a:pt x="847090" y="1281861"/>
                    <a:pt x="848360" y="1280591"/>
                  </a:cubicBezTo>
                  <a:cubicBezTo>
                    <a:pt x="848360" y="1279321"/>
                    <a:pt x="848360" y="1279321"/>
                    <a:pt x="849630" y="1278051"/>
                  </a:cubicBezTo>
                  <a:cubicBezTo>
                    <a:pt x="849630" y="1276781"/>
                    <a:pt x="849630" y="1275511"/>
                    <a:pt x="849630" y="1274241"/>
                  </a:cubicBezTo>
                  <a:cubicBezTo>
                    <a:pt x="849630" y="1272971"/>
                    <a:pt x="852170" y="1270431"/>
                    <a:pt x="852170" y="1269161"/>
                  </a:cubicBezTo>
                  <a:cubicBezTo>
                    <a:pt x="853440" y="1266621"/>
                    <a:pt x="853440" y="1264081"/>
                    <a:pt x="854710" y="1262811"/>
                  </a:cubicBezTo>
                  <a:cubicBezTo>
                    <a:pt x="855980" y="1261541"/>
                    <a:pt x="855980" y="1261541"/>
                    <a:pt x="857250" y="1260271"/>
                  </a:cubicBezTo>
                  <a:cubicBezTo>
                    <a:pt x="857250" y="1259001"/>
                    <a:pt x="857250" y="1259001"/>
                    <a:pt x="858520" y="1257731"/>
                  </a:cubicBezTo>
                  <a:cubicBezTo>
                    <a:pt x="859790" y="1256461"/>
                    <a:pt x="861060" y="1255191"/>
                    <a:pt x="863600" y="1252651"/>
                  </a:cubicBezTo>
                  <a:cubicBezTo>
                    <a:pt x="864870" y="1251381"/>
                    <a:pt x="866140" y="1248841"/>
                    <a:pt x="867410" y="1247571"/>
                  </a:cubicBezTo>
                  <a:cubicBezTo>
                    <a:pt x="868680" y="1247571"/>
                    <a:pt x="868680" y="1247571"/>
                    <a:pt x="869950" y="1246301"/>
                  </a:cubicBezTo>
                  <a:cubicBezTo>
                    <a:pt x="871220" y="1246301"/>
                    <a:pt x="871220" y="1245031"/>
                    <a:pt x="872490" y="1243761"/>
                  </a:cubicBezTo>
                  <a:cubicBezTo>
                    <a:pt x="873760" y="1243761"/>
                    <a:pt x="876300" y="1242491"/>
                    <a:pt x="877570" y="1241221"/>
                  </a:cubicBezTo>
                  <a:cubicBezTo>
                    <a:pt x="880110" y="1239951"/>
                    <a:pt x="881380" y="1238681"/>
                    <a:pt x="883920" y="1237411"/>
                  </a:cubicBezTo>
                  <a:cubicBezTo>
                    <a:pt x="883920" y="1237411"/>
                    <a:pt x="885190" y="1237411"/>
                    <a:pt x="886460" y="1237411"/>
                  </a:cubicBezTo>
                  <a:cubicBezTo>
                    <a:pt x="887730" y="1237411"/>
                    <a:pt x="887730" y="1236141"/>
                    <a:pt x="889000" y="1236141"/>
                  </a:cubicBezTo>
                  <a:cubicBezTo>
                    <a:pt x="891540" y="1234871"/>
                    <a:pt x="894080" y="1234871"/>
                    <a:pt x="895350" y="1234871"/>
                  </a:cubicBezTo>
                  <a:cubicBezTo>
                    <a:pt x="897890" y="1234871"/>
                    <a:pt x="899160" y="1233601"/>
                    <a:pt x="901700" y="1233601"/>
                  </a:cubicBezTo>
                  <a:cubicBezTo>
                    <a:pt x="918210" y="1231061"/>
                    <a:pt x="993140" y="1228521"/>
                    <a:pt x="1033780" y="1225981"/>
                  </a:cubicBezTo>
                  <a:cubicBezTo>
                    <a:pt x="1068070" y="1223441"/>
                    <a:pt x="1123950" y="1228521"/>
                    <a:pt x="1126490" y="1219631"/>
                  </a:cubicBezTo>
                  <a:cubicBezTo>
                    <a:pt x="1127760" y="1214551"/>
                    <a:pt x="1104900" y="1206931"/>
                    <a:pt x="1101090" y="1196771"/>
                  </a:cubicBezTo>
                  <a:cubicBezTo>
                    <a:pt x="1097280" y="1182801"/>
                    <a:pt x="1121410" y="1149781"/>
                    <a:pt x="1115060" y="1142161"/>
                  </a:cubicBezTo>
                  <a:cubicBezTo>
                    <a:pt x="1108710" y="1135811"/>
                    <a:pt x="1085850" y="1153591"/>
                    <a:pt x="1065530" y="1154861"/>
                  </a:cubicBezTo>
                  <a:cubicBezTo>
                    <a:pt x="1037590" y="1156131"/>
                    <a:pt x="986790" y="1157401"/>
                    <a:pt x="958850" y="1139621"/>
                  </a:cubicBezTo>
                  <a:cubicBezTo>
                    <a:pt x="929640" y="1121841"/>
                    <a:pt x="899160" y="1058341"/>
                    <a:pt x="897890" y="1043101"/>
                  </a:cubicBezTo>
                  <a:cubicBezTo>
                    <a:pt x="897890" y="1036751"/>
                    <a:pt x="904240" y="1034211"/>
                    <a:pt x="902970" y="1031671"/>
                  </a:cubicBezTo>
                  <a:cubicBezTo>
                    <a:pt x="895350" y="1022781"/>
                    <a:pt x="765810" y="1063421"/>
                    <a:pt x="707390" y="1076121"/>
                  </a:cubicBezTo>
                  <a:cubicBezTo>
                    <a:pt x="657860" y="1086281"/>
                    <a:pt x="617220" y="1105331"/>
                    <a:pt x="572770" y="1100251"/>
                  </a:cubicBezTo>
                  <a:cubicBezTo>
                    <a:pt x="525780" y="1095171"/>
                    <a:pt x="441960" y="1068501"/>
                    <a:pt x="434340" y="1041831"/>
                  </a:cubicBezTo>
                  <a:cubicBezTo>
                    <a:pt x="427990" y="1018971"/>
                    <a:pt x="495300" y="969441"/>
                    <a:pt x="488950" y="960551"/>
                  </a:cubicBezTo>
                  <a:cubicBezTo>
                    <a:pt x="483870" y="952931"/>
                    <a:pt x="450850" y="966901"/>
                    <a:pt x="430530" y="970711"/>
                  </a:cubicBezTo>
                  <a:cubicBezTo>
                    <a:pt x="410210" y="974521"/>
                    <a:pt x="377190" y="980871"/>
                    <a:pt x="365760" y="982141"/>
                  </a:cubicBezTo>
                  <a:cubicBezTo>
                    <a:pt x="361950" y="982141"/>
                    <a:pt x="360680" y="982141"/>
                    <a:pt x="359410" y="982141"/>
                  </a:cubicBezTo>
                  <a:cubicBezTo>
                    <a:pt x="356870" y="982141"/>
                    <a:pt x="351790" y="982141"/>
                    <a:pt x="351790" y="982141"/>
                  </a:cubicBezTo>
                  <a:cubicBezTo>
                    <a:pt x="351790" y="982141"/>
                    <a:pt x="346710" y="982141"/>
                    <a:pt x="344170" y="980871"/>
                  </a:cubicBezTo>
                  <a:cubicBezTo>
                    <a:pt x="341630" y="980871"/>
                    <a:pt x="336550" y="979601"/>
                    <a:pt x="336550" y="979601"/>
                  </a:cubicBezTo>
                  <a:cubicBezTo>
                    <a:pt x="336550" y="979601"/>
                    <a:pt x="336550" y="979601"/>
                    <a:pt x="335280" y="979601"/>
                  </a:cubicBezTo>
                  <a:cubicBezTo>
                    <a:pt x="331470" y="978331"/>
                    <a:pt x="295910" y="993571"/>
                    <a:pt x="267970" y="1003731"/>
                  </a:cubicBezTo>
                  <a:cubicBezTo>
                    <a:pt x="220980" y="1020241"/>
                    <a:pt x="97790" y="1060881"/>
                    <a:pt x="77470" y="1067231"/>
                  </a:cubicBezTo>
                  <a:cubicBezTo>
                    <a:pt x="73660" y="1068501"/>
                    <a:pt x="73660" y="1068501"/>
                    <a:pt x="71120" y="1068501"/>
                  </a:cubicBezTo>
                  <a:cubicBezTo>
                    <a:pt x="68580" y="1069771"/>
                    <a:pt x="64770" y="1069771"/>
                    <a:pt x="64770" y="1069771"/>
                  </a:cubicBezTo>
                  <a:cubicBezTo>
                    <a:pt x="63500" y="1069771"/>
                    <a:pt x="59690" y="1069771"/>
                    <a:pt x="57150" y="1069771"/>
                  </a:cubicBezTo>
                  <a:cubicBezTo>
                    <a:pt x="54610" y="1069771"/>
                    <a:pt x="50800" y="1069771"/>
                    <a:pt x="50800" y="1069771"/>
                  </a:cubicBezTo>
                  <a:cubicBezTo>
                    <a:pt x="49530" y="1069771"/>
                    <a:pt x="45720" y="1068501"/>
                    <a:pt x="43180" y="1068501"/>
                  </a:cubicBezTo>
                  <a:cubicBezTo>
                    <a:pt x="40640" y="1067231"/>
                    <a:pt x="36830" y="1065961"/>
                    <a:pt x="36830" y="1065961"/>
                  </a:cubicBezTo>
                  <a:cubicBezTo>
                    <a:pt x="36830" y="1065961"/>
                    <a:pt x="33020" y="1064691"/>
                    <a:pt x="30480" y="1063421"/>
                  </a:cubicBezTo>
                  <a:cubicBezTo>
                    <a:pt x="29210" y="1062151"/>
                    <a:pt x="24130" y="1059611"/>
                    <a:pt x="24130" y="1059611"/>
                  </a:cubicBezTo>
                  <a:cubicBezTo>
                    <a:pt x="24130" y="1059611"/>
                    <a:pt x="21590" y="1057071"/>
                    <a:pt x="19050" y="1055801"/>
                  </a:cubicBezTo>
                  <a:cubicBezTo>
                    <a:pt x="17780" y="1053261"/>
                    <a:pt x="13970" y="1050721"/>
                    <a:pt x="13970" y="1050721"/>
                  </a:cubicBezTo>
                  <a:cubicBezTo>
                    <a:pt x="13970" y="1050721"/>
                    <a:pt x="11430" y="1046911"/>
                    <a:pt x="10160" y="1044371"/>
                  </a:cubicBezTo>
                  <a:cubicBezTo>
                    <a:pt x="8890" y="1043101"/>
                    <a:pt x="6350" y="1039291"/>
                    <a:pt x="6350" y="1039291"/>
                  </a:cubicBezTo>
                  <a:cubicBezTo>
                    <a:pt x="6350" y="1039291"/>
                    <a:pt x="5080" y="1034211"/>
                    <a:pt x="3810" y="1032941"/>
                  </a:cubicBezTo>
                  <a:cubicBezTo>
                    <a:pt x="3810" y="1030401"/>
                    <a:pt x="1270" y="1025321"/>
                    <a:pt x="1270" y="1025321"/>
                  </a:cubicBezTo>
                  <a:cubicBezTo>
                    <a:pt x="1270" y="1025321"/>
                    <a:pt x="1270" y="1021511"/>
                    <a:pt x="1270" y="1018971"/>
                  </a:cubicBezTo>
                  <a:cubicBezTo>
                    <a:pt x="1270" y="1016431"/>
                    <a:pt x="0" y="1011351"/>
                    <a:pt x="0" y="1011351"/>
                  </a:cubicBezTo>
                  <a:moveTo>
                    <a:pt x="552450" y="984681"/>
                  </a:moveTo>
                  <a:cubicBezTo>
                    <a:pt x="618490" y="971981"/>
                    <a:pt x="613410" y="971981"/>
                    <a:pt x="612140" y="970711"/>
                  </a:cubicBezTo>
                  <a:cubicBezTo>
                    <a:pt x="609600" y="969441"/>
                    <a:pt x="605790" y="966901"/>
                    <a:pt x="605790" y="966901"/>
                  </a:cubicBezTo>
                  <a:cubicBezTo>
                    <a:pt x="605790" y="966901"/>
                    <a:pt x="601980" y="964361"/>
                    <a:pt x="600710" y="963091"/>
                  </a:cubicBezTo>
                  <a:cubicBezTo>
                    <a:pt x="598170" y="961821"/>
                    <a:pt x="595630" y="958011"/>
                    <a:pt x="594360" y="958011"/>
                  </a:cubicBezTo>
                  <a:cubicBezTo>
                    <a:pt x="594360" y="958011"/>
                    <a:pt x="591820" y="952931"/>
                    <a:pt x="590550" y="952931"/>
                  </a:cubicBezTo>
                  <a:cubicBezTo>
                    <a:pt x="590550" y="951661"/>
                    <a:pt x="590550" y="951661"/>
                    <a:pt x="590550" y="951661"/>
                  </a:cubicBezTo>
                  <a:cubicBezTo>
                    <a:pt x="589280" y="951661"/>
                    <a:pt x="552450" y="984681"/>
                    <a:pt x="552450" y="984681"/>
                  </a:cubicBezTo>
                  <a:moveTo>
                    <a:pt x="718820" y="954201"/>
                  </a:moveTo>
                  <a:cubicBezTo>
                    <a:pt x="768350" y="942771"/>
                    <a:pt x="768350" y="940231"/>
                    <a:pt x="768350" y="938961"/>
                  </a:cubicBezTo>
                  <a:cubicBezTo>
                    <a:pt x="764540" y="936421"/>
                    <a:pt x="718820" y="954201"/>
                    <a:pt x="718820" y="954201"/>
                  </a:cubicBezTo>
                  <a:moveTo>
                    <a:pt x="1041400" y="1035481"/>
                  </a:moveTo>
                  <a:cubicBezTo>
                    <a:pt x="1139190" y="1017701"/>
                    <a:pt x="1144270" y="1017701"/>
                    <a:pt x="1146810" y="1015161"/>
                  </a:cubicBezTo>
                  <a:cubicBezTo>
                    <a:pt x="1149350" y="1012621"/>
                    <a:pt x="1148080" y="1010081"/>
                    <a:pt x="1149350" y="1006271"/>
                  </a:cubicBezTo>
                  <a:cubicBezTo>
                    <a:pt x="1155700" y="992301"/>
                    <a:pt x="1217930" y="935151"/>
                    <a:pt x="1211580" y="926261"/>
                  </a:cubicBezTo>
                  <a:cubicBezTo>
                    <a:pt x="1203960" y="916101"/>
                    <a:pt x="1094740" y="954201"/>
                    <a:pt x="1068070" y="978331"/>
                  </a:cubicBezTo>
                  <a:cubicBezTo>
                    <a:pt x="1050290" y="994841"/>
                    <a:pt x="1041400" y="1035481"/>
                    <a:pt x="1041400" y="1035481"/>
                  </a:cubicBezTo>
                  <a:moveTo>
                    <a:pt x="1212850" y="1176451"/>
                  </a:moveTo>
                  <a:cubicBezTo>
                    <a:pt x="1281430" y="1168831"/>
                    <a:pt x="1281430" y="1168831"/>
                    <a:pt x="1281430" y="1168831"/>
                  </a:cubicBezTo>
                  <a:cubicBezTo>
                    <a:pt x="1282700" y="1163751"/>
                    <a:pt x="1341120" y="1096441"/>
                    <a:pt x="1334770" y="1086281"/>
                  </a:cubicBezTo>
                  <a:cubicBezTo>
                    <a:pt x="1327150" y="1077391"/>
                    <a:pt x="1258570" y="1093901"/>
                    <a:pt x="1238250" y="1111681"/>
                  </a:cubicBezTo>
                  <a:cubicBezTo>
                    <a:pt x="1221740" y="1126921"/>
                    <a:pt x="1212850" y="1176451"/>
                    <a:pt x="1212850" y="1176451"/>
                  </a:cubicBezTo>
                  <a:moveTo>
                    <a:pt x="1328420" y="965631"/>
                  </a:moveTo>
                  <a:cubicBezTo>
                    <a:pt x="1394460" y="936421"/>
                    <a:pt x="1390650" y="937691"/>
                    <a:pt x="1389380" y="936421"/>
                  </a:cubicBezTo>
                  <a:cubicBezTo>
                    <a:pt x="1384300" y="932611"/>
                    <a:pt x="1383030" y="905941"/>
                    <a:pt x="1376680" y="904671"/>
                  </a:cubicBezTo>
                  <a:cubicBezTo>
                    <a:pt x="1366520" y="903401"/>
                    <a:pt x="1328420" y="965631"/>
                    <a:pt x="1328420" y="965631"/>
                  </a:cubicBezTo>
                  <a:moveTo>
                    <a:pt x="1494790" y="851331"/>
                  </a:moveTo>
                  <a:cubicBezTo>
                    <a:pt x="1536700" y="841171"/>
                    <a:pt x="1554480" y="820851"/>
                    <a:pt x="1553210" y="819581"/>
                  </a:cubicBezTo>
                  <a:cubicBezTo>
                    <a:pt x="1553210" y="819581"/>
                    <a:pt x="1549400" y="820851"/>
                    <a:pt x="1546860" y="820851"/>
                  </a:cubicBezTo>
                  <a:cubicBezTo>
                    <a:pt x="1545590" y="822121"/>
                    <a:pt x="1540510" y="823391"/>
                    <a:pt x="1540510" y="823391"/>
                  </a:cubicBezTo>
                  <a:cubicBezTo>
                    <a:pt x="1540510" y="823391"/>
                    <a:pt x="1535430" y="823391"/>
                    <a:pt x="1532890" y="823391"/>
                  </a:cubicBezTo>
                  <a:cubicBezTo>
                    <a:pt x="1531620" y="823391"/>
                    <a:pt x="1526540" y="823391"/>
                    <a:pt x="1526540" y="823391"/>
                  </a:cubicBezTo>
                  <a:cubicBezTo>
                    <a:pt x="1526540" y="823391"/>
                    <a:pt x="1521460" y="822121"/>
                    <a:pt x="1518920" y="820851"/>
                  </a:cubicBezTo>
                  <a:cubicBezTo>
                    <a:pt x="1517650" y="820851"/>
                    <a:pt x="1512570" y="819581"/>
                    <a:pt x="1512570" y="819581"/>
                  </a:cubicBezTo>
                  <a:cubicBezTo>
                    <a:pt x="1512570" y="819581"/>
                    <a:pt x="1511300" y="818311"/>
                    <a:pt x="1511300" y="818311"/>
                  </a:cubicBezTo>
                  <a:cubicBezTo>
                    <a:pt x="1508760" y="819581"/>
                    <a:pt x="1494790" y="851331"/>
                    <a:pt x="1494790" y="851331"/>
                  </a:cubicBezTo>
                  <a:moveTo>
                    <a:pt x="1508760" y="1257731"/>
                  </a:moveTo>
                  <a:cubicBezTo>
                    <a:pt x="1522730" y="1302181"/>
                    <a:pt x="1586230" y="1272971"/>
                    <a:pt x="1616710" y="1264081"/>
                  </a:cubicBezTo>
                  <a:cubicBezTo>
                    <a:pt x="1640840" y="1257731"/>
                    <a:pt x="1672590" y="1256461"/>
                    <a:pt x="1680210" y="1243761"/>
                  </a:cubicBezTo>
                  <a:cubicBezTo>
                    <a:pt x="1685290" y="1234871"/>
                    <a:pt x="1684020" y="1213281"/>
                    <a:pt x="1673860" y="1208201"/>
                  </a:cubicBezTo>
                  <a:cubicBezTo>
                    <a:pt x="1653540" y="1195501"/>
                    <a:pt x="1508760" y="1257731"/>
                    <a:pt x="1508760" y="1257731"/>
                  </a:cubicBezTo>
                  <a:moveTo>
                    <a:pt x="1569720" y="1098981"/>
                  </a:moveTo>
                  <a:cubicBezTo>
                    <a:pt x="1706880" y="1040561"/>
                    <a:pt x="1695450" y="1006271"/>
                    <a:pt x="1706880" y="982141"/>
                  </a:cubicBezTo>
                  <a:cubicBezTo>
                    <a:pt x="1717040" y="956741"/>
                    <a:pt x="1762760" y="919911"/>
                    <a:pt x="1757680" y="912291"/>
                  </a:cubicBezTo>
                  <a:cubicBezTo>
                    <a:pt x="1751330" y="903401"/>
                    <a:pt x="1677670" y="935151"/>
                    <a:pt x="1666240" y="938961"/>
                  </a:cubicBezTo>
                  <a:cubicBezTo>
                    <a:pt x="1663700" y="940231"/>
                    <a:pt x="1663700" y="940231"/>
                    <a:pt x="1662430" y="941501"/>
                  </a:cubicBezTo>
                  <a:cubicBezTo>
                    <a:pt x="1659890" y="944041"/>
                    <a:pt x="1657350" y="946581"/>
                    <a:pt x="1653540" y="952931"/>
                  </a:cubicBezTo>
                  <a:cubicBezTo>
                    <a:pt x="1639570" y="973251"/>
                    <a:pt x="1569720" y="1098981"/>
                    <a:pt x="1569720" y="1098981"/>
                  </a:cubicBezTo>
                  <a:moveTo>
                    <a:pt x="1708150" y="1355521"/>
                  </a:moveTo>
                  <a:cubicBezTo>
                    <a:pt x="1724660" y="1355521"/>
                    <a:pt x="1720850" y="1351711"/>
                    <a:pt x="1718310" y="1351711"/>
                  </a:cubicBezTo>
                  <a:cubicBezTo>
                    <a:pt x="1715770" y="1351711"/>
                    <a:pt x="1708150" y="1355521"/>
                    <a:pt x="1708150" y="1355521"/>
                  </a:cubicBezTo>
                  <a:moveTo>
                    <a:pt x="1722120" y="593521"/>
                  </a:moveTo>
                  <a:cubicBezTo>
                    <a:pt x="1866900" y="549071"/>
                    <a:pt x="1877060" y="541451"/>
                    <a:pt x="1875790" y="538911"/>
                  </a:cubicBezTo>
                  <a:cubicBezTo>
                    <a:pt x="1873250" y="535101"/>
                    <a:pt x="1722120" y="593521"/>
                    <a:pt x="1722120" y="593521"/>
                  </a:cubicBezTo>
                  <a:moveTo>
                    <a:pt x="1790700" y="1168831"/>
                  </a:moveTo>
                  <a:cubicBezTo>
                    <a:pt x="1804670" y="1206931"/>
                    <a:pt x="1808480" y="1203121"/>
                    <a:pt x="1817370" y="1198041"/>
                  </a:cubicBezTo>
                  <a:cubicBezTo>
                    <a:pt x="1855470" y="1181531"/>
                    <a:pt x="2039620" y="1077391"/>
                    <a:pt x="2092960" y="1038021"/>
                  </a:cubicBezTo>
                  <a:cubicBezTo>
                    <a:pt x="2117090" y="1021511"/>
                    <a:pt x="2142490" y="997381"/>
                    <a:pt x="2141220" y="996111"/>
                  </a:cubicBezTo>
                  <a:cubicBezTo>
                    <a:pt x="2141220" y="994841"/>
                    <a:pt x="2125980" y="1001191"/>
                    <a:pt x="2118360" y="1006271"/>
                  </a:cubicBezTo>
                  <a:cubicBezTo>
                    <a:pt x="2110740" y="1010081"/>
                    <a:pt x="2108200" y="1016431"/>
                    <a:pt x="2095500" y="1024051"/>
                  </a:cubicBezTo>
                  <a:cubicBezTo>
                    <a:pt x="2052320" y="1051991"/>
                    <a:pt x="1790700" y="1168831"/>
                    <a:pt x="1790700" y="1168831"/>
                  </a:cubicBezTo>
                  <a:moveTo>
                    <a:pt x="1826260" y="1005001"/>
                  </a:moveTo>
                  <a:cubicBezTo>
                    <a:pt x="2129790" y="858951"/>
                    <a:pt x="2185670" y="803071"/>
                    <a:pt x="2235200" y="759891"/>
                  </a:cubicBezTo>
                  <a:cubicBezTo>
                    <a:pt x="2275840" y="723061"/>
                    <a:pt x="2322830" y="682421"/>
                    <a:pt x="2340610" y="654481"/>
                  </a:cubicBezTo>
                  <a:cubicBezTo>
                    <a:pt x="2349500" y="640511"/>
                    <a:pt x="2358390" y="629081"/>
                    <a:pt x="2354580" y="617651"/>
                  </a:cubicBezTo>
                  <a:cubicBezTo>
                    <a:pt x="2349500" y="602411"/>
                    <a:pt x="2296160" y="582091"/>
                    <a:pt x="2283460" y="579551"/>
                  </a:cubicBezTo>
                  <a:cubicBezTo>
                    <a:pt x="2278380" y="578281"/>
                    <a:pt x="2278380" y="578281"/>
                    <a:pt x="2274570" y="579551"/>
                  </a:cubicBezTo>
                  <a:cubicBezTo>
                    <a:pt x="2263140" y="584631"/>
                    <a:pt x="2246630" y="616381"/>
                    <a:pt x="2225040" y="639241"/>
                  </a:cubicBezTo>
                  <a:cubicBezTo>
                    <a:pt x="2188210" y="676071"/>
                    <a:pt x="2119630" y="740841"/>
                    <a:pt x="2070100" y="773861"/>
                  </a:cubicBezTo>
                  <a:cubicBezTo>
                    <a:pt x="2032000" y="799261"/>
                    <a:pt x="1995170" y="800531"/>
                    <a:pt x="1960880" y="829741"/>
                  </a:cubicBezTo>
                  <a:cubicBezTo>
                    <a:pt x="1913890" y="869111"/>
                    <a:pt x="1826260" y="1005001"/>
                    <a:pt x="1826260" y="1005001"/>
                  </a:cubicBezTo>
                  <a:moveTo>
                    <a:pt x="1828800" y="1314881"/>
                  </a:moveTo>
                  <a:cubicBezTo>
                    <a:pt x="1836420" y="1326311"/>
                    <a:pt x="1868170" y="1325041"/>
                    <a:pt x="1887220" y="1322501"/>
                  </a:cubicBezTo>
                  <a:cubicBezTo>
                    <a:pt x="1905000" y="1321231"/>
                    <a:pt x="1916430" y="1317421"/>
                    <a:pt x="1939290" y="1309801"/>
                  </a:cubicBezTo>
                  <a:cubicBezTo>
                    <a:pt x="1986280" y="1294561"/>
                    <a:pt x="2085340" y="1257731"/>
                    <a:pt x="2150110" y="1227251"/>
                  </a:cubicBezTo>
                  <a:cubicBezTo>
                    <a:pt x="2209800" y="1199311"/>
                    <a:pt x="2252980" y="1173911"/>
                    <a:pt x="2313940" y="1134541"/>
                  </a:cubicBezTo>
                  <a:cubicBezTo>
                    <a:pt x="2397760" y="1078661"/>
                    <a:pt x="2518410" y="996111"/>
                    <a:pt x="2599690" y="917371"/>
                  </a:cubicBezTo>
                  <a:cubicBezTo>
                    <a:pt x="2675890" y="846251"/>
                    <a:pt x="2762250" y="738301"/>
                    <a:pt x="2792730" y="687501"/>
                  </a:cubicBezTo>
                  <a:cubicBezTo>
                    <a:pt x="2805430" y="665911"/>
                    <a:pt x="2806700" y="658291"/>
                    <a:pt x="2813050" y="636701"/>
                  </a:cubicBezTo>
                  <a:cubicBezTo>
                    <a:pt x="2823210" y="601141"/>
                    <a:pt x="2849880" y="526211"/>
                    <a:pt x="2837180" y="488111"/>
                  </a:cubicBezTo>
                  <a:cubicBezTo>
                    <a:pt x="2825750" y="457631"/>
                    <a:pt x="2788920" y="432231"/>
                    <a:pt x="2759710" y="419531"/>
                  </a:cubicBezTo>
                  <a:cubicBezTo>
                    <a:pt x="2733040" y="406831"/>
                    <a:pt x="2694940" y="392861"/>
                    <a:pt x="2670810" y="408101"/>
                  </a:cubicBezTo>
                  <a:cubicBezTo>
                    <a:pt x="2631440" y="434771"/>
                    <a:pt x="2639060" y="570661"/>
                    <a:pt x="2604770" y="645591"/>
                  </a:cubicBezTo>
                  <a:cubicBezTo>
                    <a:pt x="2569210" y="723061"/>
                    <a:pt x="2523490" y="791641"/>
                    <a:pt x="2461260" y="864031"/>
                  </a:cubicBezTo>
                  <a:cubicBezTo>
                    <a:pt x="2386330" y="951661"/>
                    <a:pt x="2270760" y="1051991"/>
                    <a:pt x="2170430" y="1125651"/>
                  </a:cubicBezTo>
                  <a:cubicBezTo>
                    <a:pt x="2075180" y="1194231"/>
                    <a:pt x="1932940" y="1272971"/>
                    <a:pt x="1875790" y="1298371"/>
                  </a:cubicBezTo>
                  <a:cubicBezTo>
                    <a:pt x="1854200" y="1308531"/>
                    <a:pt x="1828800" y="1314881"/>
                    <a:pt x="1828800" y="1314881"/>
                  </a:cubicBezTo>
                  <a:moveTo>
                    <a:pt x="2049780" y="350951"/>
                  </a:moveTo>
                  <a:cubicBezTo>
                    <a:pt x="2160270" y="321741"/>
                    <a:pt x="2202180" y="289991"/>
                    <a:pt x="2200910" y="286181"/>
                  </a:cubicBezTo>
                  <a:cubicBezTo>
                    <a:pt x="2199640" y="283641"/>
                    <a:pt x="2186940" y="286181"/>
                    <a:pt x="2175510" y="289991"/>
                  </a:cubicBezTo>
                  <a:cubicBezTo>
                    <a:pt x="2148840" y="298881"/>
                    <a:pt x="2049780" y="350951"/>
                    <a:pt x="2049780" y="350951"/>
                  </a:cubicBezTo>
                  <a:moveTo>
                    <a:pt x="2362200" y="503351"/>
                  </a:moveTo>
                  <a:cubicBezTo>
                    <a:pt x="2434590" y="541451"/>
                    <a:pt x="2430780" y="557961"/>
                    <a:pt x="2435860" y="559231"/>
                  </a:cubicBezTo>
                  <a:cubicBezTo>
                    <a:pt x="2447290" y="561771"/>
                    <a:pt x="2479040" y="524941"/>
                    <a:pt x="2493010" y="502081"/>
                  </a:cubicBezTo>
                  <a:cubicBezTo>
                    <a:pt x="2506980" y="480491"/>
                    <a:pt x="2527300" y="434771"/>
                    <a:pt x="2519680" y="425881"/>
                  </a:cubicBezTo>
                  <a:cubicBezTo>
                    <a:pt x="2512060" y="418261"/>
                    <a:pt x="2473960" y="438581"/>
                    <a:pt x="2449830" y="450011"/>
                  </a:cubicBezTo>
                  <a:cubicBezTo>
                    <a:pt x="2420620" y="462711"/>
                    <a:pt x="2362200" y="503351"/>
                    <a:pt x="2362200" y="503351"/>
                  </a:cubicBezTo>
                  <a:moveTo>
                    <a:pt x="2644140" y="196011"/>
                  </a:moveTo>
                  <a:cubicBezTo>
                    <a:pt x="2680970" y="249351"/>
                    <a:pt x="2760980" y="222681"/>
                    <a:pt x="2762250" y="222681"/>
                  </a:cubicBezTo>
                  <a:cubicBezTo>
                    <a:pt x="2762250" y="222681"/>
                    <a:pt x="2766060" y="222681"/>
                    <a:pt x="2768600" y="222681"/>
                  </a:cubicBezTo>
                  <a:cubicBezTo>
                    <a:pt x="2771140" y="222681"/>
                    <a:pt x="2776220" y="222681"/>
                    <a:pt x="2776220" y="222681"/>
                  </a:cubicBezTo>
                  <a:cubicBezTo>
                    <a:pt x="2776220" y="222681"/>
                    <a:pt x="2781300" y="223951"/>
                    <a:pt x="2783840" y="223951"/>
                  </a:cubicBezTo>
                  <a:cubicBezTo>
                    <a:pt x="2786380" y="223951"/>
                    <a:pt x="2790190" y="225221"/>
                    <a:pt x="2790190" y="225221"/>
                  </a:cubicBezTo>
                  <a:cubicBezTo>
                    <a:pt x="2790190" y="225221"/>
                    <a:pt x="2795270" y="227761"/>
                    <a:pt x="2797810" y="229031"/>
                  </a:cubicBezTo>
                  <a:cubicBezTo>
                    <a:pt x="2799080" y="229031"/>
                    <a:pt x="2804160" y="231571"/>
                    <a:pt x="2804160" y="231571"/>
                  </a:cubicBezTo>
                  <a:cubicBezTo>
                    <a:pt x="2804160" y="231571"/>
                    <a:pt x="2807970" y="235381"/>
                    <a:pt x="2809240" y="236651"/>
                  </a:cubicBezTo>
                  <a:cubicBezTo>
                    <a:pt x="2811780" y="237921"/>
                    <a:pt x="2814320" y="240461"/>
                    <a:pt x="2815590" y="240461"/>
                  </a:cubicBezTo>
                  <a:cubicBezTo>
                    <a:pt x="2815590" y="240461"/>
                    <a:pt x="2818130" y="245541"/>
                    <a:pt x="2819400" y="246811"/>
                  </a:cubicBezTo>
                  <a:cubicBezTo>
                    <a:pt x="2820670" y="249351"/>
                    <a:pt x="2823210" y="253161"/>
                    <a:pt x="2823210" y="253161"/>
                  </a:cubicBezTo>
                  <a:cubicBezTo>
                    <a:pt x="2823210" y="253161"/>
                    <a:pt x="2825750" y="256971"/>
                    <a:pt x="2827020" y="259511"/>
                  </a:cubicBezTo>
                  <a:cubicBezTo>
                    <a:pt x="2827020" y="262051"/>
                    <a:pt x="2829560" y="265861"/>
                    <a:pt x="2829560" y="265861"/>
                  </a:cubicBezTo>
                  <a:cubicBezTo>
                    <a:pt x="2829560" y="265861"/>
                    <a:pt x="2829560" y="270941"/>
                    <a:pt x="2830830" y="273481"/>
                  </a:cubicBezTo>
                  <a:cubicBezTo>
                    <a:pt x="2830830" y="276021"/>
                    <a:pt x="2832100" y="279831"/>
                    <a:pt x="2832100" y="281101"/>
                  </a:cubicBezTo>
                  <a:cubicBezTo>
                    <a:pt x="2832100" y="281101"/>
                    <a:pt x="2830830" y="284911"/>
                    <a:pt x="2830830" y="287451"/>
                  </a:cubicBezTo>
                  <a:cubicBezTo>
                    <a:pt x="2830830" y="289991"/>
                    <a:pt x="2830830" y="295071"/>
                    <a:pt x="2830830" y="295071"/>
                  </a:cubicBezTo>
                  <a:cubicBezTo>
                    <a:pt x="2830830" y="295071"/>
                    <a:pt x="2828290" y="300151"/>
                    <a:pt x="2828290" y="301421"/>
                  </a:cubicBezTo>
                  <a:cubicBezTo>
                    <a:pt x="2827020" y="303961"/>
                    <a:pt x="2825750" y="309041"/>
                    <a:pt x="2825750" y="309041"/>
                  </a:cubicBezTo>
                  <a:cubicBezTo>
                    <a:pt x="2825750" y="309041"/>
                    <a:pt x="2823210" y="312851"/>
                    <a:pt x="2821940" y="315391"/>
                  </a:cubicBezTo>
                  <a:cubicBezTo>
                    <a:pt x="2820670" y="316661"/>
                    <a:pt x="2818130" y="320471"/>
                    <a:pt x="2818130" y="321741"/>
                  </a:cubicBezTo>
                  <a:cubicBezTo>
                    <a:pt x="2818130" y="321741"/>
                    <a:pt x="2814320" y="324281"/>
                    <a:pt x="2813050" y="325551"/>
                  </a:cubicBezTo>
                  <a:cubicBezTo>
                    <a:pt x="2810510" y="328091"/>
                    <a:pt x="2806700" y="328091"/>
                    <a:pt x="2807970" y="330631"/>
                  </a:cubicBezTo>
                  <a:cubicBezTo>
                    <a:pt x="2807970" y="343331"/>
                    <a:pt x="2895600" y="442391"/>
                    <a:pt x="2923540" y="434771"/>
                  </a:cubicBezTo>
                  <a:cubicBezTo>
                    <a:pt x="2955290" y="425881"/>
                    <a:pt x="2988310" y="291261"/>
                    <a:pt x="2978150" y="246811"/>
                  </a:cubicBezTo>
                  <a:cubicBezTo>
                    <a:pt x="2971800" y="217601"/>
                    <a:pt x="2948940" y="196011"/>
                    <a:pt x="2921000" y="180771"/>
                  </a:cubicBezTo>
                  <a:cubicBezTo>
                    <a:pt x="2886710" y="161721"/>
                    <a:pt x="2820670" y="156641"/>
                    <a:pt x="2773680" y="159181"/>
                  </a:cubicBezTo>
                  <a:cubicBezTo>
                    <a:pt x="2729230" y="161721"/>
                    <a:pt x="2644140" y="196011"/>
                    <a:pt x="2644140" y="19601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5497492" y="152717"/>
            <a:ext cx="2691765" cy="1711642"/>
            <a:chOff x="0" y="0"/>
            <a:chExt cx="3589020" cy="2282190"/>
          </a:xfrm>
          <a:solidFill>
            <a:srgbClr val="FFFFFF"/>
          </a:solidFill>
        </p:grpSpPr>
        <p:sp>
          <p:nvSpPr>
            <p:cNvPr id="15" name="Freeform 15"/>
            <p:cNvSpPr/>
            <p:nvPr/>
          </p:nvSpPr>
          <p:spPr>
            <a:xfrm>
              <a:off x="50800" y="50800"/>
              <a:ext cx="3486150" cy="2179320"/>
            </a:xfrm>
            <a:custGeom>
              <a:avLst/>
              <a:gdLst/>
              <a:ahLst/>
              <a:cxnLst/>
              <a:rect l="l" t="t" r="r" b="b"/>
              <a:pathLst>
                <a:path w="3486150" h="2179320">
                  <a:moveTo>
                    <a:pt x="0" y="708660"/>
                  </a:moveTo>
                  <a:cubicBezTo>
                    <a:pt x="3810" y="636270"/>
                    <a:pt x="5080" y="600710"/>
                    <a:pt x="6350" y="600710"/>
                  </a:cubicBezTo>
                  <a:cubicBezTo>
                    <a:pt x="6350" y="599440"/>
                    <a:pt x="16510" y="565150"/>
                    <a:pt x="21590" y="547370"/>
                  </a:cubicBezTo>
                  <a:cubicBezTo>
                    <a:pt x="26670" y="530860"/>
                    <a:pt x="38100" y="496570"/>
                    <a:pt x="38100" y="495300"/>
                  </a:cubicBezTo>
                  <a:cubicBezTo>
                    <a:pt x="38100" y="495300"/>
                    <a:pt x="55880" y="464820"/>
                    <a:pt x="66040" y="448310"/>
                  </a:cubicBezTo>
                  <a:cubicBezTo>
                    <a:pt x="74930" y="433070"/>
                    <a:pt x="93980" y="402590"/>
                    <a:pt x="93980" y="402590"/>
                  </a:cubicBezTo>
                  <a:cubicBezTo>
                    <a:pt x="93980" y="402590"/>
                    <a:pt x="93980" y="401320"/>
                    <a:pt x="93980" y="401320"/>
                  </a:cubicBezTo>
                  <a:cubicBezTo>
                    <a:pt x="93980" y="401320"/>
                    <a:pt x="119380" y="375920"/>
                    <a:pt x="132080" y="363220"/>
                  </a:cubicBezTo>
                  <a:cubicBezTo>
                    <a:pt x="144780" y="350520"/>
                    <a:pt x="170180" y="325120"/>
                    <a:pt x="170180" y="323850"/>
                  </a:cubicBezTo>
                  <a:cubicBezTo>
                    <a:pt x="171450" y="323850"/>
                    <a:pt x="201930" y="304800"/>
                    <a:pt x="217170" y="295910"/>
                  </a:cubicBezTo>
                  <a:cubicBezTo>
                    <a:pt x="232410" y="287020"/>
                    <a:pt x="262890" y="267970"/>
                    <a:pt x="264160" y="267970"/>
                  </a:cubicBezTo>
                  <a:cubicBezTo>
                    <a:pt x="264160" y="266700"/>
                    <a:pt x="298450" y="256540"/>
                    <a:pt x="316230" y="251460"/>
                  </a:cubicBezTo>
                  <a:cubicBezTo>
                    <a:pt x="332740" y="245110"/>
                    <a:pt x="341630" y="241300"/>
                    <a:pt x="368300" y="234950"/>
                  </a:cubicBezTo>
                  <a:cubicBezTo>
                    <a:pt x="441960" y="215900"/>
                    <a:pt x="638810" y="179070"/>
                    <a:pt x="797560" y="147320"/>
                  </a:cubicBezTo>
                  <a:cubicBezTo>
                    <a:pt x="998220" y="107950"/>
                    <a:pt x="1475740" y="13970"/>
                    <a:pt x="1475740" y="13970"/>
                  </a:cubicBezTo>
                  <a:cubicBezTo>
                    <a:pt x="1477010" y="13970"/>
                    <a:pt x="1512570" y="8890"/>
                    <a:pt x="1530350" y="6350"/>
                  </a:cubicBezTo>
                  <a:cubicBezTo>
                    <a:pt x="1548130" y="3810"/>
                    <a:pt x="1583690" y="0"/>
                    <a:pt x="1583690" y="0"/>
                  </a:cubicBezTo>
                  <a:cubicBezTo>
                    <a:pt x="1584960" y="0"/>
                    <a:pt x="1620520" y="3810"/>
                    <a:pt x="1638300" y="5080"/>
                  </a:cubicBezTo>
                  <a:cubicBezTo>
                    <a:pt x="1656080" y="7620"/>
                    <a:pt x="1691640" y="11430"/>
                    <a:pt x="1692910" y="11430"/>
                  </a:cubicBezTo>
                  <a:cubicBezTo>
                    <a:pt x="1692910" y="11430"/>
                    <a:pt x="1727200" y="24130"/>
                    <a:pt x="1743710" y="30480"/>
                  </a:cubicBezTo>
                  <a:cubicBezTo>
                    <a:pt x="1760220" y="36830"/>
                    <a:pt x="1794510" y="49530"/>
                    <a:pt x="1794510" y="49530"/>
                  </a:cubicBezTo>
                  <a:cubicBezTo>
                    <a:pt x="1795780" y="49530"/>
                    <a:pt x="1827530" y="71120"/>
                    <a:pt x="1840230" y="80010"/>
                  </a:cubicBezTo>
                  <a:cubicBezTo>
                    <a:pt x="1850390" y="86360"/>
                    <a:pt x="1855470" y="95250"/>
                    <a:pt x="1866900" y="97790"/>
                  </a:cubicBezTo>
                  <a:cubicBezTo>
                    <a:pt x="1879600" y="100330"/>
                    <a:pt x="1898650" y="91440"/>
                    <a:pt x="1915160" y="88900"/>
                  </a:cubicBezTo>
                  <a:cubicBezTo>
                    <a:pt x="1932940" y="85090"/>
                    <a:pt x="1967230" y="78740"/>
                    <a:pt x="1968500" y="78740"/>
                  </a:cubicBezTo>
                  <a:cubicBezTo>
                    <a:pt x="1968500" y="77470"/>
                    <a:pt x="2004060" y="80010"/>
                    <a:pt x="2021840" y="81280"/>
                  </a:cubicBezTo>
                  <a:cubicBezTo>
                    <a:pt x="2039620" y="81280"/>
                    <a:pt x="2075180" y="83820"/>
                    <a:pt x="2075180" y="83820"/>
                  </a:cubicBezTo>
                  <a:cubicBezTo>
                    <a:pt x="2076450" y="83820"/>
                    <a:pt x="2109470" y="93980"/>
                    <a:pt x="2127250" y="99060"/>
                  </a:cubicBezTo>
                  <a:cubicBezTo>
                    <a:pt x="2143760" y="104140"/>
                    <a:pt x="2178050" y="114300"/>
                    <a:pt x="2179320" y="114300"/>
                  </a:cubicBezTo>
                  <a:cubicBezTo>
                    <a:pt x="2179320" y="114300"/>
                    <a:pt x="2209800" y="132080"/>
                    <a:pt x="2225040" y="142240"/>
                  </a:cubicBezTo>
                  <a:cubicBezTo>
                    <a:pt x="2240280" y="151130"/>
                    <a:pt x="2270760" y="168910"/>
                    <a:pt x="2272030" y="168910"/>
                  </a:cubicBezTo>
                  <a:cubicBezTo>
                    <a:pt x="2272030" y="170180"/>
                    <a:pt x="2297430" y="194310"/>
                    <a:pt x="2310130" y="207010"/>
                  </a:cubicBezTo>
                  <a:cubicBezTo>
                    <a:pt x="2322830" y="219710"/>
                    <a:pt x="2348230" y="243840"/>
                    <a:pt x="2348230" y="243840"/>
                  </a:cubicBezTo>
                  <a:cubicBezTo>
                    <a:pt x="2349500" y="245110"/>
                    <a:pt x="2367280" y="275590"/>
                    <a:pt x="2377440" y="290830"/>
                  </a:cubicBezTo>
                  <a:cubicBezTo>
                    <a:pt x="2386330" y="306070"/>
                    <a:pt x="2405380" y="335280"/>
                    <a:pt x="2405380" y="336550"/>
                  </a:cubicBezTo>
                  <a:cubicBezTo>
                    <a:pt x="2405380" y="336550"/>
                    <a:pt x="2406650" y="351790"/>
                    <a:pt x="2411730" y="356870"/>
                  </a:cubicBezTo>
                  <a:cubicBezTo>
                    <a:pt x="2423160" y="365760"/>
                    <a:pt x="2451100" y="364490"/>
                    <a:pt x="2476500" y="364490"/>
                  </a:cubicBezTo>
                  <a:cubicBezTo>
                    <a:pt x="2509520" y="365760"/>
                    <a:pt x="2595880" y="354330"/>
                    <a:pt x="2597150" y="354330"/>
                  </a:cubicBezTo>
                  <a:cubicBezTo>
                    <a:pt x="2597150" y="354330"/>
                    <a:pt x="2627630" y="345440"/>
                    <a:pt x="2642870" y="340360"/>
                  </a:cubicBezTo>
                  <a:cubicBezTo>
                    <a:pt x="2658110" y="335280"/>
                    <a:pt x="2688590" y="326390"/>
                    <a:pt x="2688590" y="326390"/>
                  </a:cubicBezTo>
                  <a:cubicBezTo>
                    <a:pt x="2689860" y="326390"/>
                    <a:pt x="2721610" y="325120"/>
                    <a:pt x="2736850" y="323850"/>
                  </a:cubicBezTo>
                  <a:cubicBezTo>
                    <a:pt x="2753360" y="322580"/>
                    <a:pt x="2785110" y="321310"/>
                    <a:pt x="2785110" y="321310"/>
                  </a:cubicBezTo>
                  <a:cubicBezTo>
                    <a:pt x="2786380" y="321310"/>
                    <a:pt x="2816860" y="327660"/>
                    <a:pt x="2833370" y="330200"/>
                  </a:cubicBezTo>
                  <a:cubicBezTo>
                    <a:pt x="2848610" y="332740"/>
                    <a:pt x="2880360" y="339090"/>
                    <a:pt x="2880360" y="339090"/>
                  </a:cubicBezTo>
                  <a:cubicBezTo>
                    <a:pt x="2881630" y="339090"/>
                    <a:pt x="2909570" y="353060"/>
                    <a:pt x="2924810" y="359410"/>
                  </a:cubicBezTo>
                  <a:cubicBezTo>
                    <a:pt x="2938780" y="365760"/>
                    <a:pt x="2967990" y="379730"/>
                    <a:pt x="2967990" y="379730"/>
                  </a:cubicBezTo>
                  <a:cubicBezTo>
                    <a:pt x="2969260" y="379730"/>
                    <a:pt x="2993390" y="400050"/>
                    <a:pt x="3006090" y="408940"/>
                  </a:cubicBezTo>
                  <a:cubicBezTo>
                    <a:pt x="3018790" y="419100"/>
                    <a:pt x="3042920" y="439420"/>
                    <a:pt x="3044190" y="439420"/>
                  </a:cubicBezTo>
                  <a:cubicBezTo>
                    <a:pt x="3044190" y="439420"/>
                    <a:pt x="3063240" y="464820"/>
                    <a:pt x="3073400" y="477520"/>
                  </a:cubicBezTo>
                  <a:cubicBezTo>
                    <a:pt x="3083560" y="490220"/>
                    <a:pt x="3102610" y="515620"/>
                    <a:pt x="3102610" y="515620"/>
                  </a:cubicBezTo>
                  <a:cubicBezTo>
                    <a:pt x="3102610" y="516890"/>
                    <a:pt x="3115310" y="544830"/>
                    <a:pt x="3121660" y="560070"/>
                  </a:cubicBezTo>
                  <a:cubicBezTo>
                    <a:pt x="3129280" y="575310"/>
                    <a:pt x="3141980" y="603250"/>
                    <a:pt x="3141980" y="604520"/>
                  </a:cubicBezTo>
                  <a:cubicBezTo>
                    <a:pt x="3141980" y="604520"/>
                    <a:pt x="3147060" y="636270"/>
                    <a:pt x="3149600" y="651510"/>
                  </a:cubicBezTo>
                  <a:cubicBezTo>
                    <a:pt x="3153410" y="668020"/>
                    <a:pt x="3158490" y="698500"/>
                    <a:pt x="3158490" y="699770"/>
                  </a:cubicBezTo>
                  <a:cubicBezTo>
                    <a:pt x="3158490" y="699770"/>
                    <a:pt x="3155950" y="731520"/>
                    <a:pt x="3154680" y="748030"/>
                  </a:cubicBezTo>
                  <a:cubicBezTo>
                    <a:pt x="3154680" y="763270"/>
                    <a:pt x="3152140" y="795020"/>
                    <a:pt x="3152140" y="795020"/>
                  </a:cubicBezTo>
                  <a:cubicBezTo>
                    <a:pt x="3152140" y="795020"/>
                    <a:pt x="3152140" y="795020"/>
                    <a:pt x="3152140" y="796290"/>
                  </a:cubicBezTo>
                  <a:cubicBezTo>
                    <a:pt x="3152140" y="796290"/>
                    <a:pt x="3141980" y="826770"/>
                    <a:pt x="3136900" y="842010"/>
                  </a:cubicBezTo>
                  <a:cubicBezTo>
                    <a:pt x="3131820" y="857250"/>
                    <a:pt x="3122930" y="886460"/>
                    <a:pt x="3122930" y="887730"/>
                  </a:cubicBezTo>
                  <a:cubicBezTo>
                    <a:pt x="3122930" y="887730"/>
                    <a:pt x="3114040" y="896620"/>
                    <a:pt x="3114040" y="900430"/>
                  </a:cubicBezTo>
                  <a:cubicBezTo>
                    <a:pt x="3116580" y="906780"/>
                    <a:pt x="3133090" y="910590"/>
                    <a:pt x="3143250" y="915670"/>
                  </a:cubicBezTo>
                  <a:cubicBezTo>
                    <a:pt x="3157220" y="923290"/>
                    <a:pt x="3190240" y="942340"/>
                    <a:pt x="3191510" y="942340"/>
                  </a:cubicBezTo>
                  <a:cubicBezTo>
                    <a:pt x="3191510" y="942340"/>
                    <a:pt x="3218180" y="966470"/>
                    <a:pt x="3232150" y="979170"/>
                  </a:cubicBezTo>
                  <a:cubicBezTo>
                    <a:pt x="3244850" y="990600"/>
                    <a:pt x="3271520" y="1014730"/>
                    <a:pt x="3271520" y="1016000"/>
                  </a:cubicBezTo>
                  <a:cubicBezTo>
                    <a:pt x="3272790" y="1016000"/>
                    <a:pt x="3293110" y="1046480"/>
                    <a:pt x="3302000" y="1060450"/>
                  </a:cubicBezTo>
                  <a:cubicBezTo>
                    <a:pt x="3310890" y="1073150"/>
                    <a:pt x="3318510" y="1088390"/>
                    <a:pt x="3326130" y="1096010"/>
                  </a:cubicBezTo>
                  <a:cubicBezTo>
                    <a:pt x="3331210" y="1101090"/>
                    <a:pt x="3340100" y="1106170"/>
                    <a:pt x="3340100" y="1106170"/>
                  </a:cubicBezTo>
                  <a:cubicBezTo>
                    <a:pt x="3340100" y="1106170"/>
                    <a:pt x="3364230" y="1134110"/>
                    <a:pt x="3375660" y="1148080"/>
                  </a:cubicBezTo>
                  <a:cubicBezTo>
                    <a:pt x="3388360" y="1162050"/>
                    <a:pt x="3411220" y="1189990"/>
                    <a:pt x="3412490" y="1189990"/>
                  </a:cubicBezTo>
                  <a:cubicBezTo>
                    <a:pt x="3412490" y="1191260"/>
                    <a:pt x="3429000" y="1223010"/>
                    <a:pt x="3436620" y="1239520"/>
                  </a:cubicBezTo>
                  <a:cubicBezTo>
                    <a:pt x="3445510" y="1256030"/>
                    <a:pt x="3460750" y="1287780"/>
                    <a:pt x="3462020" y="1289050"/>
                  </a:cubicBezTo>
                  <a:cubicBezTo>
                    <a:pt x="3462020" y="1290320"/>
                    <a:pt x="3469640" y="1324610"/>
                    <a:pt x="3473450" y="1342390"/>
                  </a:cubicBezTo>
                  <a:cubicBezTo>
                    <a:pt x="3477260" y="1361440"/>
                    <a:pt x="3486150" y="1395730"/>
                    <a:pt x="3486150" y="1397000"/>
                  </a:cubicBezTo>
                  <a:cubicBezTo>
                    <a:pt x="3486150" y="1397000"/>
                    <a:pt x="3484880" y="1433830"/>
                    <a:pt x="3484880" y="1451610"/>
                  </a:cubicBezTo>
                  <a:cubicBezTo>
                    <a:pt x="3484880" y="1470660"/>
                    <a:pt x="3483610" y="1506220"/>
                    <a:pt x="3483610" y="1507490"/>
                  </a:cubicBezTo>
                  <a:cubicBezTo>
                    <a:pt x="3483610" y="1507490"/>
                    <a:pt x="3474720" y="1543050"/>
                    <a:pt x="3469640" y="1560830"/>
                  </a:cubicBezTo>
                  <a:cubicBezTo>
                    <a:pt x="3464560" y="1578610"/>
                    <a:pt x="3455670" y="1612900"/>
                    <a:pt x="3455670" y="1614170"/>
                  </a:cubicBezTo>
                  <a:cubicBezTo>
                    <a:pt x="3455670" y="1614170"/>
                    <a:pt x="3437890" y="1645920"/>
                    <a:pt x="3429000" y="1662430"/>
                  </a:cubicBezTo>
                  <a:cubicBezTo>
                    <a:pt x="3420110" y="1678940"/>
                    <a:pt x="3402330" y="1710690"/>
                    <a:pt x="3402330" y="1710690"/>
                  </a:cubicBezTo>
                  <a:cubicBezTo>
                    <a:pt x="3402330" y="1711960"/>
                    <a:pt x="3376930" y="1738630"/>
                    <a:pt x="3365500" y="1751330"/>
                  </a:cubicBezTo>
                  <a:cubicBezTo>
                    <a:pt x="3352800" y="1765300"/>
                    <a:pt x="3328670" y="1791970"/>
                    <a:pt x="3327400" y="1791970"/>
                  </a:cubicBezTo>
                  <a:cubicBezTo>
                    <a:pt x="3327400" y="1793240"/>
                    <a:pt x="3296920" y="1812290"/>
                    <a:pt x="3281680" y="1822450"/>
                  </a:cubicBezTo>
                  <a:cubicBezTo>
                    <a:pt x="3266440" y="1832610"/>
                    <a:pt x="3235960" y="1852930"/>
                    <a:pt x="3235960" y="1852930"/>
                  </a:cubicBezTo>
                  <a:cubicBezTo>
                    <a:pt x="3234690" y="1854200"/>
                    <a:pt x="3200400" y="1865630"/>
                    <a:pt x="3183890" y="1871980"/>
                  </a:cubicBezTo>
                  <a:cubicBezTo>
                    <a:pt x="3166110" y="1878330"/>
                    <a:pt x="3133090" y="1891030"/>
                    <a:pt x="3131820" y="1891030"/>
                  </a:cubicBezTo>
                  <a:cubicBezTo>
                    <a:pt x="3129280" y="1892300"/>
                    <a:pt x="2818130" y="2037080"/>
                    <a:pt x="2750820" y="2072640"/>
                  </a:cubicBezTo>
                  <a:cubicBezTo>
                    <a:pt x="2725420" y="2085340"/>
                    <a:pt x="2717800" y="2092960"/>
                    <a:pt x="2700020" y="2100580"/>
                  </a:cubicBezTo>
                  <a:cubicBezTo>
                    <a:pt x="2684780" y="2108200"/>
                    <a:pt x="2668270" y="2112010"/>
                    <a:pt x="2653030" y="2118360"/>
                  </a:cubicBezTo>
                  <a:cubicBezTo>
                    <a:pt x="2637790" y="2124710"/>
                    <a:pt x="2621280" y="2136140"/>
                    <a:pt x="2608580" y="2139950"/>
                  </a:cubicBezTo>
                  <a:cubicBezTo>
                    <a:pt x="2599690" y="2142490"/>
                    <a:pt x="2592070" y="2141220"/>
                    <a:pt x="2583180" y="2142490"/>
                  </a:cubicBezTo>
                  <a:cubicBezTo>
                    <a:pt x="2575560" y="2145030"/>
                    <a:pt x="2569210" y="2150110"/>
                    <a:pt x="2560320" y="2151380"/>
                  </a:cubicBezTo>
                  <a:cubicBezTo>
                    <a:pt x="2546350" y="2153920"/>
                    <a:pt x="2526030" y="2151380"/>
                    <a:pt x="2509520" y="2152650"/>
                  </a:cubicBezTo>
                  <a:cubicBezTo>
                    <a:pt x="2493010" y="2153920"/>
                    <a:pt x="2473960" y="2159000"/>
                    <a:pt x="2459990" y="2159000"/>
                  </a:cubicBezTo>
                  <a:cubicBezTo>
                    <a:pt x="2451100" y="2157730"/>
                    <a:pt x="2443480" y="2153920"/>
                    <a:pt x="2435860" y="2153920"/>
                  </a:cubicBezTo>
                  <a:cubicBezTo>
                    <a:pt x="2426970" y="2152650"/>
                    <a:pt x="2420620" y="2155190"/>
                    <a:pt x="2410460" y="2153920"/>
                  </a:cubicBezTo>
                  <a:cubicBezTo>
                    <a:pt x="2397760" y="2151380"/>
                    <a:pt x="2378710" y="2142490"/>
                    <a:pt x="2363470" y="2138680"/>
                  </a:cubicBezTo>
                  <a:cubicBezTo>
                    <a:pt x="2349500" y="2134870"/>
                    <a:pt x="2335530" y="2129790"/>
                    <a:pt x="2321560" y="2131060"/>
                  </a:cubicBezTo>
                  <a:cubicBezTo>
                    <a:pt x="2310130" y="2131060"/>
                    <a:pt x="2287270" y="2141220"/>
                    <a:pt x="2286000" y="2141220"/>
                  </a:cubicBezTo>
                  <a:cubicBezTo>
                    <a:pt x="2286000" y="2141220"/>
                    <a:pt x="2286000" y="2141220"/>
                    <a:pt x="2286000" y="2142490"/>
                  </a:cubicBezTo>
                  <a:cubicBezTo>
                    <a:pt x="2286000" y="2142490"/>
                    <a:pt x="2251710" y="2152650"/>
                    <a:pt x="2233930" y="2157730"/>
                  </a:cubicBezTo>
                  <a:cubicBezTo>
                    <a:pt x="2216150" y="2162810"/>
                    <a:pt x="2181860" y="2174240"/>
                    <a:pt x="2181860" y="2174240"/>
                  </a:cubicBezTo>
                  <a:cubicBezTo>
                    <a:pt x="2180590" y="2174240"/>
                    <a:pt x="2145030" y="2175510"/>
                    <a:pt x="2125980" y="2176780"/>
                  </a:cubicBezTo>
                  <a:cubicBezTo>
                    <a:pt x="2108200" y="2178050"/>
                    <a:pt x="2072640" y="2179320"/>
                    <a:pt x="2071370" y="2179320"/>
                  </a:cubicBezTo>
                  <a:cubicBezTo>
                    <a:pt x="2070100" y="2179320"/>
                    <a:pt x="2035810" y="2172970"/>
                    <a:pt x="2016760" y="2169160"/>
                  </a:cubicBezTo>
                  <a:cubicBezTo>
                    <a:pt x="1998980" y="2165350"/>
                    <a:pt x="1963420" y="2159000"/>
                    <a:pt x="1963420" y="2159000"/>
                  </a:cubicBezTo>
                  <a:cubicBezTo>
                    <a:pt x="1962150" y="2159000"/>
                    <a:pt x="1930400" y="2143760"/>
                    <a:pt x="1912620" y="2136140"/>
                  </a:cubicBezTo>
                  <a:cubicBezTo>
                    <a:pt x="1896110" y="2128520"/>
                    <a:pt x="1864360" y="2113280"/>
                    <a:pt x="1863090" y="2113280"/>
                  </a:cubicBezTo>
                  <a:cubicBezTo>
                    <a:pt x="1863090" y="2113280"/>
                    <a:pt x="1833880" y="2090420"/>
                    <a:pt x="1819910" y="2078990"/>
                  </a:cubicBezTo>
                  <a:cubicBezTo>
                    <a:pt x="1805940" y="2067560"/>
                    <a:pt x="1778000" y="2044700"/>
                    <a:pt x="1776730" y="2044700"/>
                  </a:cubicBezTo>
                  <a:cubicBezTo>
                    <a:pt x="1776730" y="2043430"/>
                    <a:pt x="1755140" y="2015490"/>
                    <a:pt x="1743710" y="2001520"/>
                  </a:cubicBezTo>
                  <a:cubicBezTo>
                    <a:pt x="1732280" y="1986280"/>
                    <a:pt x="1710690" y="1958340"/>
                    <a:pt x="1709420" y="1957070"/>
                  </a:cubicBezTo>
                  <a:cubicBezTo>
                    <a:pt x="1709420" y="1957070"/>
                    <a:pt x="1695450" y="1924050"/>
                    <a:pt x="1687830" y="1907540"/>
                  </a:cubicBezTo>
                  <a:cubicBezTo>
                    <a:pt x="1680210" y="1889760"/>
                    <a:pt x="1666240" y="1858010"/>
                    <a:pt x="1664970" y="1856740"/>
                  </a:cubicBezTo>
                  <a:cubicBezTo>
                    <a:pt x="1664970" y="1856740"/>
                    <a:pt x="1666240" y="1824990"/>
                    <a:pt x="1658620" y="1816100"/>
                  </a:cubicBezTo>
                  <a:cubicBezTo>
                    <a:pt x="1649730" y="1807210"/>
                    <a:pt x="1629410" y="1809750"/>
                    <a:pt x="1614170" y="1805940"/>
                  </a:cubicBezTo>
                  <a:cubicBezTo>
                    <a:pt x="1596390" y="1802130"/>
                    <a:pt x="1562100" y="1794510"/>
                    <a:pt x="1560830" y="1794510"/>
                  </a:cubicBezTo>
                  <a:cubicBezTo>
                    <a:pt x="1560830" y="1794510"/>
                    <a:pt x="1529080" y="1778000"/>
                    <a:pt x="1512570" y="1770380"/>
                  </a:cubicBezTo>
                  <a:cubicBezTo>
                    <a:pt x="1496060" y="1762760"/>
                    <a:pt x="1464310" y="1746250"/>
                    <a:pt x="1464310" y="1746250"/>
                  </a:cubicBezTo>
                  <a:cubicBezTo>
                    <a:pt x="1463040" y="1746250"/>
                    <a:pt x="1436370" y="1723390"/>
                    <a:pt x="1422400" y="1710690"/>
                  </a:cubicBezTo>
                  <a:cubicBezTo>
                    <a:pt x="1408430" y="1699260"/>
                    <a:pt x="1381760" y="1676400"/>
                    <a:pt x="1381760" y="1676400"/>
                  </a:cubicBezTo>
                  <a:cubicBezTo>
                    <a:pt x="1380490" y="1675130"/>
                    <a:pt x="1360170" y="1647190"/>
                    <a:pt x="1350010" y="1631950"/>
                  </a:cubicBezTo>
                  <a:cubicBezTo>
                    <a:pt x="1339850" y="1617980"/>
                    <a:pt x="1318260" y="1588770"/>
                    <a:pt x="1318260" y="1588770"/>
                  </a:cubicBezTo>
                  <a:cubicBezTo>
                    <a:pt x="1318260" y="1587500"/>
                    <a:pt x="1318260" y="1587500"/>
                    <a:pt x="1318260" y="1587500"/>
                  </a:cubicBezTo>
                  <a:cubicBezTo>
                    <a:pt x="1318260" y="1587500"/>
                    <a:pt x="1318260" y="1583690"/>
                    <a:pt x="1315720" y="1582420"/>
                  </a:cubicBezTo>
                  <a:cubicBezTo>
                    <a:pt x="1295400" y="1572260"/>
                    <a:pt x="996950" y="1681480"/>
                    <a:pt x="908050" y="1699260"/>
                  </a:cubicBezTo>
                  <a:cubicBezTo>
                    <a:pt x="864870" y="1708150"/>
                    <a:pt x="843280" y="1711960"/>
                    <a:pt x="811530" y="1711960"/>
                  </a:cubicBezTo>
                  <a:cubicBezTo>
                    <a:pt x="778510" y="1711960"/>
                    <a:pt x="745490" y="1708150"/>
                    <a:pt x="713740" y="1700530"/>
                  </a:cubicBezTo>
                  <a:cubicBezTo>
                    <a:pt x="683260" y="1692910"/>
                    <a:pt x="651510" y="1681480"/>
                    <a:pt x="622300" y="1666240"/>
                  </a:cubicBezTo>
                  <a:cubicBezTo>
                    <a:pt x="594360" y="1652270"/>
                    <a:pt x="566420" y="1633220"/>
                    <a:pt x="542290" y="1611630"/>
                  </a:cubicBezTo>
                  <a:cubicBezTo>
                    <a:pt x="518160" y="1590040"/>
                    <a:pt x="495300" y="1565910"/>
                    <a:pt x="476250" y="1539240"/>
                  </a:cubicBezTo>
                  <a:cubicBezTo>
                    <a:pt x="458470" y="1512570"/>
                    <a:pt x="441960" y="1483360"/>
                    <a:pt x="430530" y="1452880"/>
                  </a:cubicBezTo>
                  <a:cubicBezTo>
                    <a:pt x="419100" y="1422400"/>
                    <a:pt x="410210" y="1381760"/>
                    <a:pt x="406400" y="1358900"/>
                  </a:cubicBezTo>
                  <a:cubicBezTo>
                    <a:pt x="405130" y="1344930"/>
                    <a:pt x="408940" y="1330960"/>
                    <a:pt x="406400" y="1325880"/>
                  </a:cubicBezTo>
                  <a:cubicBezTo>
                    <a:pt x="405130" y="1323340"/>
                    <a:pt x="403860" y="1324610"/>
                    <a:pt x="401320" y="1322070"/>
                  </a:cubicBezTo>
                  <a:cubicBezTo>
                    <a:pt x="394970" y="1318260"/>
                    <a:pt x="359410" y="1295400"/>
                    <a:pt x="359410" y="1294130"/>
                  </a:cubicBezTo>
                  <a:cubicBezTo>
                    <a:pt x="358140" y="1294130"/>
                    <a:pt x="335280" y="1270000"/>
                    <a:pt x="323850" y="1257300"/>
                  </a:cubicBezTo>
                  <a:cubicBezTo>
                    <a:pt x="312420" y="1244600"/>
                    <a:pt x="289560" y="1220470"/>
                    <a:pt x="289560" y="1220470"/>
                  </a:cubicBezTo>
                  <a:cubicBezTo>
                    <a:pt x="288290" y="1219200"/>
                    <a:pt x="273050" y="1189990"/>
                    <a:pt x="264160" y="1176020"/>
                  </a:cubicBezTo>
                  <a:cubicBezTo>
                    <a:pt x="255270" y="1160780"/>
                    <a:pt x="238760" y="1131570"/>
                    <a:pt x="238760" y="1131570"/>
                  </a:cubicBezTo>
                  <a:cubicBezTo>
                    <a:pt x="238760" y="1130300"/>
                    <a:pt x="236220" y="1116330"/>
                    <a:pt x="233680" y="1112520"/>
                  </a:cubicBezTo>
                  <a:cubicBezTo>
                    <a:pt x="232410" y="1109980"/>
                    <a:pt x="232410" y="1109980"/>
                    <a:pt x="229870" y="1108710"/>
                  </a:cubicBezTo>
                  <a:cubicBezTo>
                    <a:pt x="224790" y="1103630"/>
                    <a:pt x="191770" y="1073150"/>
                    <a:pt x="190500" y="1071880"/>
                  </a:cubicBezTo>
                  <a:cubicBezTo>
                    <a:pt x="190500" y="1071880"/>
                    <a:pt x="167640" y="1036320"/>
                    <a:pt x="161290" y="1027430"/>
                  </a:cubicBezTo>
                  <a:cubicBezTo>
                    <a:pt x="158750" y="1023620"/>
                    <a:pt x="158750" y="1022350"/>
                    <a:pt x="156210" y="1019810"/>
                  </a:cubicBezTo>
                  <a:cubicBezTo>
                    <a:pt x="152400" y="1014730"/>
                    <a:pt x="133350" y="1002030"/>
                    <a:pt x="133350" y="1002030"/>
                  </a:cubicBezTo>
                  <a:cubicBezTo>
                    <a:pt x="132080" y="1000760"/>
                    <a:pt x="110490" y="972820"/>
                    <a:pt x="99060" y="958850"/>
                  </a:cubicBezTo>
                  <a:cubicBezTo>
                    <a:pt x="87630" y="944880"/>
                    <a:pt x="66040" y="916940"/>
                    <a:pt x="64770" y="915670"/>
                  </a:cubicBezTo>
                  <a:cubicBezTo>
                    <a:pt x="64770" y="915670"/>
                    <a:pt x="50800" y="882650"/>
                    <a:pt x="43180" y="866140"/>
                  </a:cubicBezTo>
                  <a:cubicBezTo>
                    <a:pt x="35560" y="849630"/>
                    <a:pt x="20320" y="816610"/>
                    <a:pt x="20320" y="816610"/>
                  </a:cubicBezTo>
                  <a:cubicBezTo>
                    <a:pt x="20320" y="815340"/>
                    <a:pt x="12700" y="781050"/>
                    <a:pt x="10160" y="763270"/>
                  </a:cubicBezTo>
                  <a:cubicBezTo>
                    <a:pt x="6350" y="745490"/>
                    <a:pt x="0" y="709930"/>
                    <a:pt x="0" y="708660"/>
                  </a:cubicBezTo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/>
              <p14:cNvContentPartPr/>
              <p14:nvPr/>
            </p14:nvContentPartPr>
            <p14:xfrm>
              <a:off x="16598900" y="1143000"/>
              <a:ext cx="635" cy="635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5"/>
            </p:blipFill>
            <p:spPr>
              <a:xfrm>
                <a:off x="16598900" y="114300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/>
              <p14:cNvContentPartPr/>
              <p14:nvPr/>
            </p14:nvContentPartPr>
            <p14:xfrm>
              <a:off x="15701645" y="752475"/>
              <a:ext cx="635" cy="635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5"/>
            </p:blipFill>
            <p:spPr>
              <a:xfrm>
                <a:off x="15701645" y="752475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9201150"/>
            <a:chOff x="0" y="0"/>
            <a:chExt cx="24384000" cy="12268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268200"/>
            </a:xfrm>
            <a:custGeom>
              <a:avLst/>
              <a:gdLst/>
              <a:ahLst/>
              <a:cxnLst/>
              <a:rect l="l" t="t" r="r" b="b"/>
              <a:pathLst>
                <a:path w="24384000" h="12268200">
                  <a:moveTo>
                    <a:pt x="0" y="0"/>
                  </a:moveTo>
                  <a:lnTo>
                    <a:pt x="24384000" y="0"/>
                  </a:lnTo>
                  <a:lnTo>
                    <a:pt x="24384000" y="12268200"/>
                  </a:lnTo>
                  <a:lnTo>
                    <a:pt x="0" y="1226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6" b="-196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545117" y="114416"/>
            <a:ext cx="2546985" cy="1407361"/>
            <a:chOff x="-524087" y="193195"/>
            <a:chExt cx="3395980" cy="1876482"/>
          </a:xfrm>
        </p:grpSpPr>
        <p:sp>
          <p:nvSpPr>
            <p:cNvPr id="9" name="Freeform 9"/>
            <p:cNvSpPr/>
            <p:nvPr/>
          </p:nvSpPr>
          <p:spPr>
            <a:xfrm>
              <a:off x="-524087" y="193195"/>
              <a:ext cx="3395980" cy="1876482"/>
            </a:xfrm>
            <a:custGeom>
              <a:avLst/>
              <a:gdLst/>
              <a:ahLst/>
              <a:cxnLst/>
              <a:rect l="l" t="t" r="r" b="b"/>
              <a:pathLst>
                <a:path w="3395980" h="1876482">
                  <a:moveTo>
                    <a:pt x="0" y="661092"/>
                  </a:moveTo>
                  <a:cubicBezTo>
                    <a:pt x="0" y="661092"/>
                    <a:pt x="5080" y="625532"/>
                    <a:pt x="6350" y="607752"/>
                  </a:cubicBezTo>
                  <a:cubicBezTo>
                    <a:pt x="8890" y="589972"/>
                    <a:pt x="13970" y="554412"/>
                    <a:pt x="13970" y="553142"/>
                  </a:cubicBezTo>
                  <a:cubicBezTo>
                    <a:pt x="13970" y="553142"/>
                    <a:pt x="26670" y="520122"/>
                    <a:pt x="34290" y="502342"/>
                  </a:cubicBezTo>
                  <a:cubicBezTo>
                    <a:pt x="40640" y="485832"/>
                    <a:pt x="53340" y="452812"/>
                    <a:pt x="53340" y="451542"/>
                  </a:cubicBezTo>
                  <a:cubicBezTo>
                    <a:pt x="53340" y="451542"/>
                    <a:pt x="74930" y="422332"/>
                    <a:pt x="85090" y="407092"/>
                  </a:cubicBezTo>
                  <a:cubicBezTo>
                    <a:pt x="95250" y="391852"/>
                    <a:pt x="115570" y="362642"/>
                    <a:pt x="116840" y="362642"/>
                  </a:cubicBezTo>
                  <a:cubicBezTo>
                    <a:pt x="116840" y="361372"/>
                    <a:pt x="143510" y="338512"/>
                    <a:pt x="157480" y="327082"/>
                  </a:cubicBezTo>
                  <a:cubicBezTo>
                    <a:pt x="171450" y="314382"/>
                    <a:pt x="198120" y="291522"/>
                    <a:pt x="199390" y="290252"/>
                  </a:cubicBezTo>
                  <a:cubicBezTo>
                    <a:pt x="199390" y="290252"/>
                    <a:pt x="231140" y="273742"/>
                    <a:pt x="247650" y="266122"/>
                  </a:cubicBezTo>
                  <a:cubicBezTo>
                    <a:pt x="264160" y="257232"/>
                    <a:pt x="294640" y="240722"/>
                    <a:pt x="295910" y="240722"/>
                  </a:cubicBezTo>
                  <a:cubicBezTo>
                    <a:pt x="297180" y="240722"/>
                    <a:pt x="331470" y="233102"/>
                    <a:pt x="349250" y="228022"/>
                  </a:cubicBezTo>
                  <a:cubicBezTo>
                    <a:pt x="367030" y="224212"/>
                    <a:pt x="401320" y="216592"/>
                    <a:pt x="402590" y="215322"/>
                  </a:cubicBezTo>
                  <a:cubicBezTo>
                    <a:pt x="403860" y="215322"/>
                    <a:pt x="834390" y="146742"/>
                    <a:pt x="1037590" y="116262"/>
                  </a:cubicBezTo>
                  <a:cubicBezTo>
                    <a:pt x="1226820" y="89592"/>
                    <a:pt x="1413510" y="64192"/>
                    <a:pt x="1582420" y="43872"/>
                  </a:cubicBezTo>
                  <a:cubicBezTo>
                    <a:pt x="1728470" y="26092"/>
                    <a:pt x="1889760" y="4502"/>
                    <a:pt x="1991360" y="692"/>
                  </a:cubicBezTo>
                  <a:cubicBezTo>
                    <a:pt x="2049780" y="-1848"/>
                    <a:pt x="2095500" y="3232"/>
                    <a:pt x="2131060" y="5772"/>
                  </a:cubicBezTo>
                  <a:cubicBezTo>
                    <a:pt x="2152650" y="7042"/>
                    <a:pt x="2166620" y="7042"/>
                    <a:pt x="2184400" y="8312"/>
                  </a:cubicBezTo>
                  <a:cubicBezTo>
                    <a:pt x="2202180" y="9582"/>
                    <a:pt x="2237740" y="12122"/>
                    <a:pt x="2239010" y="12122"/>
                  </a:cubicBezTo>
                  <a:cubicBezTo>
                    <a:pt x="2239010" y="12122"/>
                    <a:pt x="2273300" y="22282"/>
                    <a:pt x="2291080" y="28632"/>
                  </a:cubicBezTo>
                  <a:cubicBezTo>
                    <a:pt x="2307590" y="33712"/>
                    <a:pt x="2341880" y="43872"/>
                    <a:pt x="2341880" y="43872"/>
                  </a:cubicBezTo>
                  <a:cubicBezTo>
                    <a:pt x="2343150" y="45142"/>
                    <a:pt x="2373630" y="62922"/>
                    <a:pt x="2388870" y="71812"/>
                  </a:cubicBezTo>
                  <a:cubicBezTo>
                    <a:pt x="2404110" y="81972"/>
                    <a:pt x="2434590" y="99752"/>
                    <a:pt x="2434590" y="99752"/>
                  </a:cubicBezTo>
                  <a:cubicBezTo>
                    <a:pt x="2434590" y="99752"/>
                    <a:pt x="2434590" y="99752"/>
                    <a:pt x="2434590" y="101022"/>
                  </a:cubicBezTo>
                  <a:cubicBezTo>
                    <a:pt x="2435860" y="101022"/>
                    <a:pt x="2459990" y="126422"/>
                    <a:pt x="2473960" y="139122"/>
                  </a:cubicBezTo>
                  <a:cubicBezTo>
                    <a:pt x="2486660" y="151822"/>
                    <a:pt x="2510790" y="175952"/>
                    <a:pt x="2512060" y="177222"/>
                  </a:cubicBezTo>
                  <a:cubicBezTo>
                    <a:pt x="2512060" y="177222"/>
                    <a:pt x="2532380" y="210242"/>
                    <a:pt x="2540000" y="222942"/>
                  </a:cubicBezTo>
                  <a:cubicBezTo>
                    <a:pt x="2545080" y="233102"/>
                    <a:pt x="2548890" y="245802"/>
                    <a:pt x="2553970" y="247072"/>
                  </a:cubicBezTo>
                  <a:cubicBezTo>
                    <a:pt x="2556510" y="248342"/>
                    <a:pt x="2559050" y="244532"/>
                    <a:pt x="2561590" y="244532"/>
                  </a:cubicBezTo>
                  <a:cubicBezTo>
                    <a:pt x="2566670" y="244532"/>
                    <a:pt x="2571750" y="249612"/>
                    <a:pt x="2578100" y="249612"/>
                  </a:cubicBezTo>
                  <a:cubicBezTo>
                    <a:pt x="2590800" y="249612"/>
                    <a:pt x="2613660" y="241992"/>
                    <a:pt x="2631440" y="239452"/>
                  </a:cubicBezTo>
                  <a:cubicBezTo>
                    <a:pt x="2647950" y="235642"/>
                    <a:pt x="2682240" y="228022"/>
                    <a:pt x="2683510" y="228022"/>
                  </a:cubicBezTo>
                  <a:cubicBezTo>
                    <a:pt x="2683510" y="228022"/>
                    <a:pt x="2719070" y="229292"/>
                    <a:pt x="2735580" y="230562"/>
                  </a:cubicBezTo>
                  <a:cubicBezTo>
                    <a:pt x="2753360" y="231832"/>
                    <a:pt x="2788920" y="233102"/>
                    <a:pt x="2788920" y="233102"/>
                  </a:cubicBezTo>
                  <a:cubicBezTo>
                    <a:pt x="2790190" y="233102"/>
                    <a:pt x="2823210" y="243262"/>
                    <a:pt x="2840990" y="247072"/>
                  </a:cubicBezTo>
                  <a:cubicBezTo>
                    <a:pt x="2857500" y="252152"/>
                    <a:pt x="2890520" y="262312"/>
                    <a:pt x="2891790" y="262312"/>
                  </a:cubicBezTo>
                  <a:cubicBezTo>
                    <a:pt x="2891790" y="262312"/>
                    <a:pt x="2922270" y="280092"/>
                    <a:pt x="2937510" y="288982"/>
                  </a:cubicBezTo>
                  <a:cubicBezTo>
                    <a:pt x="2952750" y="297872"/>
                    <a:pt x="2983230" y="315652"/>
                    <a:pt x="2983230" y="315652"/>
                  </a:cubicBezTo>
                  <a:cubicBezTo>
                    <a:pt x="2984500" y="316922"/>
                    <a:pt x="3008630" y="341052"/>
                    <a:pt x="3022600" y="352482"/>
                  </a:cubicBezTo>
                  <a:cubicBezTo>
                    <a:pt x="3035300" y="365182"/>
                    <a:pt x="3059430" y="389312"/>
                    <a:pt x="3060700" y="389312"/>
                  </a:cubicBezTo>
                  <a:cubicBezTo>
                    <a:pt x="3060700" y="390582"/>
                    <a:pt x="3079750" y="419792"/>
                    <a:pt x="3088640" y="435032"/>
                  </a:cubicBezTo>
                  <a:cubicBezTo>
                    <a:pt x="3097530" y="450272"/>
                    <a:pt x="3116580" y="479482"/>
                    <a:pt x="3116580" y="479482"/>
                  </a:cubicBezTo>
                  <a:cubicBezTo>
                    <a:pt x="3117850" y="480752"/>
                    <a:pt x="3128010" y="513772"/>
                    <a:pt x="3134360" y="530282"/>
                  </a:cubicBezTo>
                  <a:cubicBezTo>
                    <a:pt x="3139440" y="546792"/>
                    <a:pt x="3150870" y="579812"/>
                    <a:pt x="3150870" y="581082"/>
                  </a:cubicBezTo>
                  <a:cubicBezTo>
                    <a:pt x="3150870" y="581082"/>
                    <a:pt x="3153410" y="616642"/>
                    <a:pt x="3154680" y="634422"/>
                  </a:cubicBezTo>
                  <a:cubicBezTo>
                    <a:pt x="3155950" y="650932"/>
                    <a:pt x="3158490" y="686492"/>
                    <a:pt x="3158490" y="686492"/>
                  </a:cubicBezTo>
                  <a:cubicBezTo>
                    <a:pt x="3158490" y="687762"/>
                    <a:pt x="3147060" y="723322"/>
                    <a:pt x="3150870" y="732212"/>
                  </a:cubicBezTo>
                  <a:cubicBezTo>
                    <a:pt x="3154680" y="739832"/>
                    <a:pt x="3163570" y="739832"/>
                    <a:pt x="3171190" y="744912"/>
                  </a:cubicBezTo>
                  <a:cubicBezTo>
                    <a:pt x="3183890" y="751262"/>
                    <a:pt x="3218180" y="771582"/>
                    <a:pt x="3218180" y="771582"/>
                  </a:cubicBezTo>
                  <a:cubicBezTo>
                    <a:pt x="3219450" y="772852"/>
                    <a:pt x="3244850" y="796982"/>
                    <a:pt x="3257550" y="809682"/>
                  </a:cubicBezTo>
                  <a:cubicBezTo>
                    <a:pt x="3270250" y="822382"/>
                    <a:pt x="3295650" y="846512"/>
                    <a:pt x="3295650" y="846512"/>
                  </a:cubicBezTo>
                  <a:cubicBezTo>
                    <a:pt x="3296920" y="847782"/>
                    <a:pt x="3314700" y="876992"/>
                    <a:pt x="3324860" y="892232"/>
                  </a:cubicBezTo>
                  <a:cubicBezTo>
                    <a:pt x="3333750" y="907472"/>
                    <a:pt x="3352800" y="937952"/>
                    <a:pt x="3352800" y="937952"/>
                  </a:cubicBezTo>
                  <a:cubicBezTo>
                    <a:pt x="3354070" y="939222"/>
                    <a:pt x="3364230" y="972242"/>
                    <a:pt x="3370580" y="990022"/>
                  </a:cubicBezTo>
                  <a:cubicBezTo>
                    <a:pt x="3375660" y="1006532"/>
                    <a:pt x="3387090" y="1039552"/>
                    <a:pt x="3387090" y="1040822"/>
                  </a:cubicBezTo>
                  <a:cubicBezTo>
                    <a:pt x="3387090" y="1042092"/>
                    <a:pt x="3389630" y="1076382"/>
                    <a:pt x="3390900" y="1094162"/>
                  </a:cubicBezTo>
                  <a:cubicBezTo>
                    <a:pt x="3392170" y="1113212"/>
                    <a:pt x="3395980" y="1147502"/>
                    <a:pt x="3395980" y="1148772"/>
                  </a:cubicBezTo>
                  <a:cubicBezTo>
                    <a:pt x="3395980" y="1148772"/>
                    <a:pt x="3389630" y="1184332"/>
                    <a:pt x="3387090" y="1202112"/>
                  </a:cubicBezTo>
                  <a:cubicBezTo>
                    <a:pt x="3383280" y="1219892"/>
                    <a:pt x="3378200" y="1254182"/>
                    <a:pt x="3378200" y="1255452"/>
                  </a:cubicBezTo>
                  <a:cubicBezTo>
                    <a:pt x="3376930" y="1255452"/>
                    <a:pt x="3362960" y="1288472"/>
                    <a:pt x="3356610" y="1304982"/>
                  </a:cubicBezTo>
                  <a:cubicBezTo>
                    <a:pt x="3348990" y="1321492"/>
                    <a:pt x="3335020" y="1353242"/>
                    <a:pt x="3335020" y="1354512"/>
                  </a:cubicBezTo>
                  <a:cubicBezTo>
                    <a:pt x="3335020" y="1354512"/>
                    <a:pt x="3313430" y="1382452"/>
                    <a:pt x="3302000" y="1397692"/>
                  </a:cubicBezTo>
                  <a:cubicBezTo>
                    <a:pt x="3291840" y="1411662"/>
                    <a:pt x="3270250" y="1439602"/>
                    <a:pt x="3270250" y="1440872"/>
                  </a:cubicBezTo>
                  <a:cubicBezTo>
                    <a:pt x="3268980" y="1440872"/>
                    <a:pt x="3242310" y="1462462"/>
                    <a:pt x="3228340" y="1473892"/>
                  </a:cubicBezTo>
                  <a:cubicBezTo>
                    <a:pt x="3214370" y="1485322"/>
                    <a:pt x="3186430" y="1508182"/>
                    <a:pt x="3186430" y="1508182"/>
                  </a:cubicBezTo>
                  <a:cubicBezTo>
                    <a:pt x="3185160" y="1508182"/>
                    <a:pt x="3153410" y="1523422"/>
                    <a:pt x="3136900" y="1531042"/>
                  </a:cubicBezTo>
                  <a:cubicBezTo>
                    <a:pt x="3120390" y="1538662"/>
                    <a:pt x="3088640" y="1553902"/>
                    <a:pt x="3088640" y="1553902"/>
                  </a:cubicBezTo>
                  <a:cubicBezTo>
                    <a:pt x="3086100" y="1555172"/>
                    <a:pt x="2731770" y="1715192"/>
                    <a:pt x="2675890" y="1755832"/>
                  </a:cubicBezTo>
                  <a:cubicBezTo>
                    <a:pt x="2659380" y="1767262"/>
                    <a:pt x="2658110" y="1777422"/>
                    <a:pt x="2647950" y="1785042"/>
                  </a:cubicBezTo>
                  <a:cubicBezTo>
                    <a:pt x="2641600" y="1790122"/>
                    <a:pt x="2633980" y="1791392"/>
                    <a:pt x="2626360" y="1796472"/>
                  </a:cubicBezTo>
                  <a:cubicBezTo>
                    <a:pt x="2620010" y="1800282"/>
                    <a:pt x="2616200" y="1806632"/>
                    <a:pt x="2608580" y="1811712"/>
                  </a:cubicBezTo>
                  <a:cubicBezTo>
                    <a:pt x="2597150" y="1819332"/>
                    <a:pt x="2578100" y="1823142"/>
                    <a:pt x="2562860" y="1829492"/>
                  </a:cubicBezTo>
                  <a:cubicBezTo>
                    <a:pt x="2548890" y="1837112"/>
                    <a:pt x="2532380" y="1848542"/>
                    <a:pt x="2519680" y="1852352"/>
                  </a:cubicBezTo>
                  <a:cubicBezTo>
                    <a:pt x="2510790" y="1856162"/>
                    <a:pt x="2503170" y="1854892"/>
                    <a:pt x="2495550" y="1856162"/>
                  </a:cubicBezTo>
                  <a:cubicBezTo>
                    <a:pt x="2487930" y="1858702"/>
                    <a:pt x="2482850" y="1863782"/>
                    <a:pt x="2472690" y="1865052"/>
                  </a:cubicBezTo>
                  <a:cubicBezTo>
                    <a:pt x="2459990" y="1868862"/>
                    <a:pt x="2440940" y="1866322"/>
                    <a:pt x="2424430" y="1867592"/>
                  </a:cubicBezTo>
                  <a:cubicBezTo>
                    <a:pt x="2407920" y="1870132"/>
                    <a:pt x="2390140" y="1876482"/>
                    <a:pt x="2376170" y="1876482"/>
                  </a:cubicBezTo>
                  <a:cubicBezTo>
                    <a:pt x="2367280" y="1876482"/>
                    <a:pt x="2360930" y="1872672"/>
                    <a:pt x="2352040" y="1871402"/>
                  </a:cubicBezTo>
                  <a:cubicBezTo>
                    <a:pt x="2344420" y="1871402"/>
                    <a:pt x="2336800" y="1873942"/>
                    <a:pt x="2327910" y="1872672"/>
                  </a:cubicBezTo>
                  <a:cubicBezTo>
                    <a:pt x="2315210" y="1871402"/>
                    <a:pt x="2297430" y="1863782"/>
                    <a:pt x="2280920" y="1859972"/>
                  </a:cubicBezTo>
                  <a:cubicBezTo>
                    <a:pt x="2265680" y="1856162"/>
                    <a:pt x="2245360" y="1856162"/>
                    <a:pt x="2232660" y="1852352"/>
                  </a:cubicBezTo>
                  <a:cubicBezTo>
                    <a:pt x="2223770" y="1848542"/>
                    <a:pt x="2218690" y="1843462"/>
                    <a:pt x="2211070" y="1840922"/>
                  </a:cubicBezTo>
                  <a:cubicBezTo>
                    <a:pt x="2203450" y="1837112"/>
                    <a:pt x="2195830" y="1838382"/>
                    <a:pt x="2188210" y="1834572"/>
                  </a:cubicBezTo>
                  <a:cubicBezTo>
                    <a:pt x="2175510" y="1828222"/>
                    <a:pt x="2161540" y="1815522"/>
                    <a:pt x="2147570" y="1806632"/>
                  </a:cubicBezTo>
                  <a:cubicBezTo>
                    <a:pt x="2133600" y="1797742"/>
                    <a:pt x="2114550" y="1791392"/>
                    <a:pt x="2104390" y="1783772"/>
                  </a:cubicBezTo>
                  <a:cubicBezTo>
                    <a:pt x="2096770" y="1778692"/>
                    <a:pt x="2094230" y="1771072"/>
                    <a:pt x="2087880" y="1765992"/>
                  </a:cubicBezTo>
                  <a:cubicBezTo>
                    <a:pt x="2081530" y="1760912"/>
                    <a:pt x="2072640" y="1757102"/>
                    <a:pt x="2067560" y="1752022"/>
                  </a:cubicBezTo>
                  <a:cubicBezTo>
                    <a:pt x="2062480" y="1746942"/>
                    <a:pt x="2063750" y="1739322"/>
                    <a:pt x="2054860" y="1735512"/>
                  </a:cubicBezTo>
                  <a:cubicBezTo>
                    <a:pt x="2032000" y="1725352"/>
                    <a:pt x="1885950" y="1748212"/>
                    <a:pt x="1883410" y="1748212"/>
                  </a:cubicBezTo>
                  <a:cubicBezTo>
                    <a:pt x="1883410" y="1748212"/>
                    <a:pt x="1850390" y="1760912"/>
                    <a:pt x="1833880" y="1765992"/>
                  </a:cubicBezTo>
                  <a:cubicBezTo>
                    <a:pt x="1816100" y="1772342"/>
                    <a:pt x="1784350" y="1785042"/>
                    <a:pt x="1783080" y="1785042"/>
                  </a:cubicBezTo>
                  <a:cubicBezTo>
                    <a:pt x="1781810" y="1785042"/>
                    <a:pt x="1747520" y="1788852"/>
                    <a:pt x="1729740" y="1790122"/>
                  </a:cubicBezTo>
                  <a:cubicBezTo>
                    <a:pt x="1711960" y="1792662"/>
                    <a:pt x="1676400" y="1796472"/>
                    <a:pt x="1676400" y="1796472"/>
                  </a:cubicBezTo>
                  <a:cubicBezTo>
                    <a:pt x="1675130" y="1796472"/>
                    <a:pt x="1640840" y="1791392"/>
                    <a:pt x="1623060" y="1788852"/>
                  </a:cubicBezTo>
                  <a:cubicBezTo>
                    <a:pt x="1605280" y="1786312"/>
                    <a:pt x="1570990" y="1781232"/>
                    <a:pt x="1569720" y="1781232"/>
                  </a:cubicBezTo>
                  <a:cubicBezTo>
                    <a:pt x="1569720" y="1781232"/>
                    <a:pt x="1536700" y="1768532"/>
                    <a:pt x="1520190" y="1760912"/>
                  </a:cubicBezTo>
                  <a:cubicBezTo>
                    <a:pt x="1503680" y="1754562"/>
                    <a:pt x="1470660" y="1741862"/>
                    <a:pt x="1470660" y="1741862"/>
                  </a:cubicBezTo>
                  <a:cubicBezTo>
                    <a:pt x="1469390" y="1740592"/>
                    <a:pt x="1441450" y="1720272"/>
                    <a:pt x="1426210" y="1710112"/>
                  </a:cubicBezTo>
                  <a:cubicBezTo>
                    <a:pt x="1412240" y="1699952"/>
                    <a:pt x="1383030" y="1679632"/>
                    <a:pt x="1383030" y="1678362"/>
                  </a:cubicBezTo>
                  <a:cubicBezTo>
                    <a:pt x="1383030" y="1678362"/>
                    <a:pt x="1360170" y="1651692"/>
                    <a:pt x="1347470" y="1637722"/>
                  </a:cubicBezTo>
                  <a:cubicBezTo>
                    <a:pt x="1336040" y="1625022"/>
                    <a:pt x="1313180" y="1598352"/>
                    <a:pt x="1313180" y="1597082"/>
                  </a:cubicBezTo>
                  <a:cubicBezTo>
                    <a:pt x="1313180" y="1597082"/>
                    <a:pt x="1296670" y="1565332"/>
                    <a:pt x="1289050" y="1550092"/>
                  </a:cubicBezTo>
                  <a:cubicBezTo>
                    <a:pt x="1281430" y="1533582"/>
                    <a:pt x="1264920" y="1501832"/>
                    <a:pt x="1264920" y="1501832"/>
                  </a:cubicBezTo>
                  <a:cubicBezTo>
                    <a:pt x="1264920" y="1500562"/>
                    <a:pt x="1266190" y="1487862"/>
                    <a:pt x="1261110" y="1484052"/>
                  </a:cubicBezTo>
                  <a:cubicBezTo>
                    <a:pt x="1249680" y="1476432"/>
                    <a:pt x="1164590" y="1506912"/>
                    <a:pt x="1163320" y="1508182"/>
                  </a:cubicBezTo>
                  <a:cubicBezTo>
                    <a:pt x="1162050" y="1508182"/>
                    <a:pt x="1130300" y="1519612"/>
                    <a:pt x="1112520" y="1525962"/>
                  </a:cubicBezTo>
                  <a:cubicBezTo>
                    <a:pt x="1096010" y="1532312"/>
                    <a:pt x="1062990" y="1545012"/>
                    <a:pt x="1062990" y="1545012"/>
                  </a:cubicBezTo>
                  <a:cubicBezTo>
                    <a:pt x="1061720" y="1545012"/>
                    <a:pt x="1026160" y="1548822"/>
                    <a:pt x="1008380" y="1551362"/>
                  </a:cubicBezTo>
                  <a:cubicBezTo>
                    <a:pt x="990600" y="1552632"/>
                    <a:pt x="956310" y="1557712"/>
                    <a:pt x="955040" y="1557712"/>
                  </a:cubicBezTo>
                  <a:cubicBezTo>
                    <a:pt x="955040" y="1557712"/>
                    <a:pt x="919480" y="1552632"/>
                    <a:pt x="901700" y="1550092"/>
                  </a:cubicBezTo>
                  <a:cubicBezTo>
                    <a:pt x="883920" y="1547552"/>
                    <a:pt x="849630" y="1543742"/>
                    <a:pt x="848360" y="1543742"/>
                  </a:cubicBezTo>
                  <a:cubicBezTo>
                    <a:pt x="848360" y="1543742"/>
                    <a:pt x="815340" y="1529772"/>
                    <a:pt x="798830" y="1523422"/>
                  </a:cubicBezTo>
                  <a:cubicBezTo>
                    <a:pt x="782320" y="1517072"/>
                    <a:pt x="749300" y="1504372"/>
                    <a:pt x="748030" y="1504372"/>
                  </a:cubicBezTo>
                  <a:cubicBezTo>
                    <a:pt x="748030" y="1504372"/>
                    <a:pt x="715010" y="1481512"/>
                    <a:pt x="704850" y="1473892"/>
                  </a:cubicBezTo>
                  <a:cubicBezTo>
                    <a:pt x="697230" y="1468812"/>
                    <a:pt x="692150" y="1463732"/>
                    <a:pt x="687070" y="1461192"/>
                  </a:cubicBezTo>
                  <a:cubicBezTo>
                    <a:pt x="684530" y="1459922"/>
                    <a:pt x="684530" y="1461192"/>
                    <a:pt x="680720" y="1459922"/>
                  </a:cubicBezTo>
                  <a:cubicBezTo>
                    <a:pt x="668020" y="1457382"/>
                    <a:pt x="607060" y="1433252"/>
                    <a:pt x="588010" y="1423092"/>
                  </a:cubicBezTo>
                  <a:cubicBezTo>
                    <a:pt x="580390" y="1419282"/>
                    <a:pt x="577850" y="1414202"/>
                    <a:pt x="571500" y="1410392"/>
                  </a:cubicBezTo>
                  <a:cubicBezTo>
                    <a:pt x="565150" y="1407852"/>
                    <a:pt x="553720" y="1406582"/>
                    <a:pt x="553720" y="1406582"/>
                  </a:cubicBezTo>
                  <a:cubicBezTo>
                    <a:pt x="552450" y="1406582"/>
                    <a:pt x="523240" y="1390072"/>
                    <a:pt x="508000" y="1381182"/>
                  </a:cubicBezTo>
                  <a:cubicBezTo>
                    <a:pt x="492760" y="1373562"/>
                    <a:pt x="463550" y="1357052"/>
                    <a:pt x="463550" y="1357052"/>
                  </a:cubicBezTo>
                  <a:cubicBezTo>
                    <a:pt x="462280" y="1357052"/>
                    <a:pt x="438150" y="1334192"/>
                    <a:pt x="425450" y="1321492"/>
                  </a:cubicBezTo>
                  <a:cubicBezTo>
                    <a:pt x="412750" y="1310062"/>
                    <a:pt x="387350" y="1287202"/>
                    <a:pt x="387350" y="1287202"/>
                  </a:cubicBezTo>
                  <a:cubicBezTo>
                    <a:pt x="386080" y="1287202"/>
                    <a:pt x="368300" y="1259262"/>
                    <a:pt x="358140" y="1244022"/>
                  </a:cubicBezTo>
                  <a:cubicBezTo>
                    <a:pt x="349250" y="1230052"/>
                    <a:pt x="330200" y="1202112"/>
                    <a:pt x="330200" y="1200842"/>
                  </a:cubicBezTo>
                  <a:cubicBezTo>
                    <a:pt x="330200" y="1200842"/>
                    <a:pt x="318770" y="1169092"/>
                    <a:pt x="312420" y="1152582"/>
                  </a:cubicBezTo>
                  <a:cubicBezTo>
                    <a:pt x="307340" y="1137342"/>
                    <a:pt x="303530" y="1120832"/>
                    <a:pt x="297180" y="1108132"/>
                  </a:cubicBezTo>
                  <a:cubicBezTo>
                    <a:pt x="289560" y="1096702"/>
                    <a:pt x="274320" y="1084002"/>
                    <a:pt x="270510" y="1078922"/>
                  </a:cubicBezTo>
                  <a:cubicBezTo>
                    <a:pt x="269240" y="1077652"/>
                    <a:pt x="269240" y="1077652"/>
                    <a:pt x="267970" y="1077652"/>
                  </a:cubicBezTo>
                  <a:cubicBezTo>
                    <a:pt x="264160" y="1073842"/>
                    <a:pt x="250190" y="1067492"/>
                    <a:pt x="240030" y="1062412"/>
                  </a:cubicBezTo>
                  <a:cubicBezTo>
                    <a:pt x="226060" y="1054792"/>
                    <a:pt x="193040" y="1037012"/>
                    <a:pt x="191770" y="1035742"/>
                  </a:cubicBezTo>
                  <a:cubicBezTo>
                    <a:pt x="191770" y="1035742"/>
                    <a:pt x="165100" y="1011612"/>
                    <a:pt x="151130" y="1000182"/>
                  </a:cubicBezTo>
                  <a:cubicBezTo>
                    <a:pt x="138430" y="987482"/>
                    <a:pt x="111760" y="963352"/>
                    <a:pt x="110490" y="963352"/>
                  </a:cubicBezTo>
                  <a:cubicBezTo>
                    <a:pt x="110490" y="962082"/>
                    <a:pt x="90170" y="932872"/>
                    <a:pt x="80010" y="917632"/>
                  </a:cubicBezTo>
                  <a:cubicBezTo>
                    <a:pt x="69850" y="902392"/>
                    <a:pt x="49530" y="873182"/>
                    <a:pt x="49530" y="873182"/>
                  </a:cubicBezTo>
                  <a:cubicBezTo>
                    <a:pt x="49530" y="871912"/>
                    <a:pt x="36830" y="838892"/>
                    <a:pt x="30480" y="821112"/>
                  </a:cubicBezTo>
                  <a:cubicBezTo>
                    <a:pt x="24130" y="804602"/>
                    <a:pt x="11430" y="770312"/>
                    <a:pt x="11430" y="770312"/>
                  </a:cubicBezTo>
                  <a:cubicBezTo>
                    <a:pt x="11430" y="769042"/>
                    <a:pt x="7620" y="733482"/>
                    <a:pt x="6350" y="715702"/>
                  </a:cubicBezTo>
                  <a:cubicBezTo>
                    <a:pt x="3810" y="697922"/>
                    <a:pt x="0" y="661092"/>
                    <a:pt x="0" y="66109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186862"/>
            <a:chOff x="0" y="0"/>
            <a:chExt cx="24385270" cy="12249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249150"/>
            </a:xfrm>
            <a:custGeom>
              <a:avLst/>
              <a:gdLst/>
              <a:ahLst/>
              <a:cxnLst/>
              <a:rect l="l" t="t" r="r" b="b"/>
              <a:pathLst>
                <a:path w="24385270" h="12249150">
                  <a:moveTo>
                    <a:pt x="0" y="0"/>
                  </a:moveTo>
                  <a:lnTo>
                    <a:pt x="24385270" y="0"/>
                  </a:lnTo>
                  <a:lnTo>
                    <a:pt x="24385270" y="12249150"/>
                  </a:lnTo>
                  <a:lnTo>
                    <a:pt x="0" y="12249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515" b="-515"/>
              </a:stretch>
            </a:blipFill>
          </p:spPr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/>
              <p14:cNvContentPartPr/>
              <p14:nvPr/>
            </p14:nvContentPartPr>
            <p14:xfrm>
              <a:off x="17120235" y="940435"/>
              <a:ext cx="635" cy="635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5"/>
            </p:blipFill>
            <p:spPr>
              <a:xfrm>
                <a:off x="17120235" y="940435"/>
                <a:ext cx="635" cy="635"/>
              </a:xfrm>
              <a:prstGeom prst="rect"/>
            </p:spPr>
          </p:pic>
        </mc:Fallback>
      </mc:AlternateContent>
      <p:grpSp>
        <p:nvGrpSpPr>
          <p:cNvPr id="17" name="Group 14"/>
          <p:cNvGrpSpPr/>
          <p:nvPr/>
        </p:nvGrpSpPr>
        <p:grpSpPr>
          <a:xfrm>
            <a:off x="15635287" y="317"/>
            <a:ext cx="2691765" cy="1711642"/>
            <a:chOff x="0" y="0"/>
            <a:chExt cx="3589020" cy="2282190"/>
          </a:xfrm>
          <a:solidFill>
            <a:srgbClr val="FFFFFF"/>
          </a:solidFill>
        </p:grpSpPr>
        <p:sp>
          <p:nvSpPr>
            <p:cNvPr id="18" name="Freeform 15"/>
            <p:cNvSpPr/>
            <p:nvPr/>
          </p:nvSpPr>
          <p:spPr>
            <a:xfrm>
              <a:off x="50800" y="50800"/>
              <a:ext cx="3486150" cy="2179320"/>
            </a:xfrm>
            <a:custGeom>
              <a:avLst/>
              <a:gdLst/>
              <a:ahLst/>
              <a:cxnLst/>
              <a:rect l="l" t="t" r="r" b="b"/>
              <a:pathLst>
                <a:path w="3486150" h="2179320">
                  <a:moveTo>
                    <a:pt x="0" y="708660"/>
                  </a:moveTo>
                  <a:cubicBezTo>
                    <a:pt x="3810" y="636270"/>
                    <a:pt x="5080" y="600710"/>
                    <a:pt x="6350" y="600710"/>
                  </a:cubicBezTo>
                  <a:cubicBezTo>
                    <a:pt x="6350" y="599440"/>
                    <a:pt x="16510" y="565150"/>
                    <a:pt x="21590" y="547370"/>
                  </a:cubicBezTo>
                  <a:cubicBezTo>
                    <a:pt x="26670" y="530860"/>
                    <a:pt x="38100" y="496570"/>
                    <a:pt x="38100" y="495300"/>
                  </a:cubicBezTo>
                  <a:cubicBezTo>
                    <a:pt x="38100" y="495300"/>
                    <a:pt x="55880" y="464820"/>
                    <a:pt x="66040" y="448310"/>
                  </a:cubicBezTo>
                  <a:cubicBezTo>
                    <a:pt x="74930" y="433070"/>
                    <a:pt x="93980" y="402590"/>
                    <a:pt x="93980" y="402590"/>
                  </a:cubicBezTo>
                  <a:cubicBezTo>
                    <a:pt x="93980" y="402590"/>
                    <a:pt x="93980" y="401320"/>
                    <a:pt x="93980" y="401320"/>
                  </a:cubicBezTo>
                  <a:cubicBezTo>
                    <a:pt x="93980" y="401320"/>
                    <a:pt x="119380" y="375920"/>
                    <a:pt x="132080" y="363220"/>
                  </a:cubicBezTo>
                  <a:cubicBezTo>
                    <a:pt x="144780" y="350520"/>
                    <a:pt x="170180" y="325120"/>
                    <a:pt x="170180" y="323850"/>
                  </a:cubicBezTo>
                  <a:cubicBezTo>
                    <a:pt x="171450" y="323850"/>
                    <a:pt x="201930" y="304800"/>
                    <a:pt x="217170" y="295910"/>
                  </a:cubicBezTo>
                  <a:cubicBezTo>
                    <a:pt x="232410" y="287020"/>
                    <a:pt x="262890" y="267970"/>
                    <a:pt x="264160" y="267970"/>
                  </a:cubicBezTo>
                  <a:cubicBezTo>
                    <a:pt x="264160" y="266700"/>
                    <a:pt x="298450" y="256540"/>
                    <a:pt x="316230" y="251460"/>
                  </a:cubicBezTo>
                  <a:cubicBezTo>
                    <a:pt x="332740" y="245110"/>
                    <a:pt x="341630" y="241300"/>
                    <a:pt x="368300" y="234950"/>
                  </a:cubicBezTo>
                  <a:cubicBezTo>
                    <a:pt x="441960" y="215900"/>
                    <a:pt x="638810" y="179070"/>
                    <a:pt x="797560" y="147320"/>
                  </a:cubicBezTo>
                  <a:cubicBezTo>
                    <a:pt x="998220" y="107950"/>
                    <a:pt x="1475740" y="13970"/>
                    <a:pt x="1475740" y="13970"/>
                  </a:cubicBezTo>
                  <a:cubicBezTo>
                    <a:pt x="1477010" y="13970"/>
                    <a:pt x="1512570" y="8890"/>
                    <a:pt x="1530350" y="6350"/>
                  </a:cubicBezTo>
                  <a:cubicBezTo>
                    <a:pt x="1548130" y="3810"/>
                    <a:pt x="1583690" y="0"/>
                    <a:pt x="1583690" y="0"/>
                  </a:cubicBezTo>
                  <a:cubicBezTo>
                    <a:pt x="1584960" y="0"/>
                    <a:pt x="1620520" y="3810"/>
                    <a:pt x="1638300" y="5080"/>
                  </a:cubicBezTo>
                  <a:cubicBezTo>
                    <a:pt x="1656080" y="7620"/>
                    <a:pt x="1691640" y="11430"/>
                    <a:pt x="1692910" y="11430"/>
                  </a:cubicBezTo>
                  <a:cubicBezTo>
                    <a:pt x="1692910" y="11430"/>
                    <a:pt x="1727200" y="24130"/>
                    <a:pt x="1743710" y="30480"/>
                  </a:cubicBezTo>
                  <a:cubicBezTo>
                    <a:pt x="1760220" y="36830"/>
                    <a:pt x="1794510" y="49530"/>
                    <a:pt x="1794510" y="49530"/>
                  </a:cubicBezTo>
                  <a:cubicBezTo>
                    <a:pt x="1795780" y="49530"/>
                    <a:pt x="1827530" y="71120"/>
                    <a:pt x="1840230" y="80010"/>
                  </a:cubicBezTo>
                  <a:cubicBezTo>
                    <a:pt x="1850390" y="86360"/>
                    <a:pt x="1855470" y="95250"/>
                    <a:pt x="1866900" y="97790"/>
                  </a:cubicBezTo>
                  <a:cubicBezTo>
                    <a:pt x="1879600" y="100330"/>
                    <a:pt x="1898650" y="91440"/>
                    <a:pt x="1915160" y="88900"/>
                  </a:cubicBezTo>
                  <a:cubicBezTo>
                    <a:pt x="1932940" y="85090"/>
                    <a:pt x="1967230" y="78740"/>
                    <a:pt x="1968500" y="78740"/>
                  </a:cubicBezTo>
                  <a:cubicBezTo>
                    <a:pt x="1968500" y="77470"/>
                    <a:pt x="2004060" y="80010"/>
                    <a:pt x="2021840" y="81280"/>
                  </a:cubicBezTo>
                  <a:cubicBezTo>
                    <a:pt x="2039620" y="81280"/>
                    <a:pt x="2075180" y="83820"/>
                    <a:pt x="2075180" y="83820"/>
                  </a:cubicBezTo>
                  <a:cubicBezTo>
                    <a:pt x="2076450" y="83820"/>
                    <a:pt x="2109470" y="93980"/>
                    <a:pt x="2127250" y="99060"/>
                  </a:cubicBezTo>
                  <a:cubicBezTo>
                    <a:pt x="2143760" y="104140"/>
                    <a:pt x="2178050" y="114300"/>
                    <a:pt x="2179320" y="114300"/>
                  </a:cubicBezTo>
                  <a:cubicBezTo>
                    <a:pt x="2179320" y="114300"/>
                    <a:pt x="2209800" y="132080"/>
                    <a:pt x="2225040" y="142240"/>
                  </a:cubicBezTo>
                  <a:cubicBezTo>
                    <a:pt x="2240280" y="151130"/>
                    <a:pt x="2270760" y="168910"/>
                    <a:pt x="2272030" y="168910"/>
                  </a:cubicBezTo>
                  <a:cubicBezTo>
                    <a:pt x="2272030" y="170180"/>
                    <a:pt x="2297430" y="194310"/>
                    <a:pt x="2310130" y="207010"/>
                  </a:cubicBezTo>
                  <a:cubicBezTo>
                    <a:pt x="2322830" y="219710"/>
                    <a:pt x="2348230" y="243840"/>
                    <a:pt x="2348230" y="243840"/>
                  </a:cubicBezTo>
                  <a:cubicBezTo>
                    <a:pt x="2349500" y="245110"/>
                    <a:pt x="2367280" y="275590"/>
                    <a:pt x="2377440" y="290830"/>
                  </a:cubicBezTo>
                  <a:cubicBezTo>
                    <a:pt x="2386330" y="306070"/>
                    <a:pt x="2405380" y="335280"/>
                    <a:pt x="2405380" y="336550"/>
                  </a:cubicBezTo>
                  <a:cubicBezTo>
                    <a:pt x="2405380" y="336550"/>
                    <a:pt x="2406650" y="351790"/>
                    <a:pt x="2411730" y="356870"/>
                  </a:cubicBezTo>
                  <a:cubicBezTo>
                    <a:pt x="2423160" y="365760"/>
                    <a:pt x="2451100" y="364490"/>
                    <a:pt x="2476500" y="364490"/>
                  </a:cubicBezTo>
                  <a:cubicBezTo>
                    <a:pt x="2509520" y="365760"/>
                    <a:pt x="2595880" y="354330"/>
                    <a:pt x="2597150" y="354330"/>
                  </a:cubicBezTo>
                  <a:cubicBezTo>
                    <a:pt x="2597150" y="354330"/>
                    <a:pt x="2627630" y="345440"/>
                    <a:pt x="2642870" y="340360"/>
                  </a:cubicBezTo>
                  <a:cubicBezTo>
                    <a:pt x="2658110" y="335280"/>
                    <a:pt x="2688590" y="326390"/>
                    <a:pt x="2688590" y="326390"/>
                  </a:cubicBezTo>
                  <a:cubicBezTo>
                    <a:pt x="2689860" y="326390"/>
                    <a:pt x="2721610" y="325120"/>
                    <a:pt x="2736850" y="323850"/>
                  </a:cubicBezTo>
                  <a:cubicBezTo>
                    <a:pt x="2753360" y="322580"/>
                    <a:pt x="2785110" y="321310"/>
                    <a:pt x="2785110" y="321310"/>
                  </a:cubicBezTo>
                  <a:cubicBezTo>
                    <a:pt x="2786380" y="321310"/>
                    <a:pt x="2816860" y="327660"/>
                    <a:pt x="2833370" y="330200"/>
                  </a:cubicBezTo>
                  <a:cubicBezTo>
                    <a:pt x="2848610" y="332740"/>
                    <a:pt x="2880360" y="339090"/>
                    <a:pt x="2880360" y="339090"/>
                  </a:cubicBezTo>
                  <a:cubicBezTo>
                    <a:pt x="2881630" y="339090"/>
                    <a:pt x="2909570" y="353060"/>
                    <a:pt x="2924810" y="359410"/>
                  </a:cubicBezTo>
                  <a:cubicBezTo>
                    <a:pt x="2938780" y="365760"/>
                    <a:pt x="2967990" y="379730"/>
                    <a:pt x="2967990" y="379730"/>
                  </a:cubicBezTo>
                  <a:cubicBezTo>
                    <a:pt x="2969260" y="379730"/>
                    <a:pt x="2993390" y="400050"/>
                    <a:pt x="3006090" y="408940"/>
                  </a:cubicBezTo>
                  <a:cubicBezTo>
                    <a:pt x="3018790" y="419100"/>
                    <a:pt x="3042920" y="439420"/>
                    <a:pt x="3044190" y="439420"/>
                  </a:cubicBezTo>
                  <a:cubicBezTo>
                    <a:pt x="3044190" y="439420"/>
                    <a:pt x="3063240" y="464820"/>
                    <a:pt x="3073400" y="477520"/>
                  </a:cubicBezTo>
                  <a:cubicBezTo>
                    <a:pt x="3083560" y="490220"/>
                    <a:pt x="3102610" y="515620"/>
                    <a:pt x="3102610" y="515620"/>
                  </a:cubicBezTo>
                  <a:cubicBezTo>
                    <a:pt x="3102610" y="516890"/>
                    <a:pt x="3115310" y="544830"/>
                    <a:pt x="3121660" y="560070"/>
                  </a:cubicBezTo>
                  <a:cubicBezTo>
                    <a:pt x="3129280" y="575310"/>
                    <a:pt x="3141980" y="603250"/>
                    <a:pt x="3141980" y="604520"/>
                  </a:cubicBezTo>
                  <a:cubicBezTo>
                    <a:pt x="3141980" y="604520"/>
                    <a:pt x="3147060" y="636270"/>
                    <a:pt x="3149600" y="651510"/>
                  </a:cubicBezTo>
                  <a:cubicBezTo>
                    <a:pt x="3153410" y="668020"/>
                    <a:pt x="3158490" y="698500"/>
                    <a:pt x="3158490" y="699770"/>
                  </a:cubicBezTo>
                  <a:cubicBezTo>
                    <a:pt x="3158490" y="699770"/>
                    <a:pt x="3155950" y="731520"/>
                    <a:pt x="3154680" y="748030"/>
                  </a:cubicBezTo>
                  <a:cubicBezTo>
                    <a:pt x="3154680" y="763270"/>
                    <a:pt x="3152140" y="795020"/>
                    <a:pt x="3152140" y="795020"/>
                  </a:cubicBezTo>
                  <a:cubicBezTo>
                    <a:pt x="3152140" y="795020"/>
                    <a:pt x="3152140" y="795020"/>
                    <a:pt x="3152140" y="796290"/>
                  </a:cubicBezTo>
                  <a:cubicBezTo>
                    <a:pt x="3152140" y="796290"/>
                    <a:pt x="3141980" y="826770"/>
                    <a:pt x="3136900" y="842010"/>
                  </a:cubicBezTo>
                  <a:cubicBezTo>
                    <a:pt x="3131820" y="857250"/>
                    <a:pt x="3122930" y="886460"/>
                    <a:pt x="3122930" y="887730"/>
                  </a:cubicBezTo>
                  <a:cubicBezTo>
                    <a:pt x="3122930" y="887730"/>
                    <a:pt x="3114040" y="896620"/>
                    <a:pt x="3114040" y="900430"/>
                  </a:cubicBezTo>
                  <a:cubicBezTo>
                    <a:pt x="3116580" y="906780"/>
                    <a:pt x="3133090" y="910590"/>
                    <a:pt x="3143250" y="915670"/>
                  </a:cubicBezTo>
                  <a:cubicBezTo>
                    <a:pt x="3157220" y="923290"/>
                    <a:pt x="3190240" y="942340"/>
                    <a:pt x="3191510" y="942340"/>
                  </a:cubicBezTo>
                  <a:cubicBezTo>
                    <a:pt x="3191510" y="942340"/>
                    <a:pt x="3218180" y="966470"/>
                    <a:pt x="3232150" y="979170"/>
                  </a:cubicBezTo>
                  <a:cubicBezTo>
                    <a:pt x="3244850" y="990600"/>
                    <a:pt x="3271520" y="1014730"/>
                    <a:pt x="3271520" y="1016000"/>
                  </a:cubicBezTo>
                  <a:cubicBezTo>
                    <a:pt x="3272790" y="1016000"/>
                    <a:pt x="3293110" y="1046480"/>
                    <a:pt x="3302000" y="1060450"/>
                  </a:cubicBezTo>
                  <a:cubicBezTo>
                    <a:pt x="3310890" y="1073150"/>
                    <a:pt x="3318510" y="1088390"/>
                    <a:pt x="3326130" y="1096010"/>
                  </a:cubicBezTo>
                  <a:cubicBezTo>
                    <a:pt x="3331210" y="1101090"/>
                    <a:pt x="3340100" y="1106170"/>
                    <a:pt x="3340100" y="1106170"/>
                  </a:cubicBezTo>
                  <a:cubicBezTo>
                    <a:pt x="3340100" y="1106170"/>
                    <a:pt x="3364230" y="1134110"/>
                    <a:pt x="3375660" y="1148080"/>
                  </a:cubicBezTo>
                  <a:cubicBezTo>
                    <a:pt x="3388360" y="1162050"/>
                    <a:pt x="3411220" y="1189990"/>
                    <a:pt x="3412490" y="1189990"/>
                  </a:cubicBezTo>
                  <a:cubicBezTo>
                    <a:pt x="3412490" y="1191260"/>
                    <a:pt x="3429000" y="1223010"/>
                    <a:pt x="3436620" y="1239520"/>
                  </a:cubicBezTo>
                  <a:cubicBezTo>
                    <a:pt x="3445510" y="1256030"/>
                    <a:pt x="3460750" y="1287780"/>
                    <a:pt x="3462020" y="1289050"/>
                  </a:cubicBezTo>
                  <a:cubicBezTo>
                    <a:pt x="3462020" y="1290320"/>
                    <a:pt x="3469640" y="1324610"/>
                    <a:pt x="3473450" y="1342390"/>
                  </a:cubicBezTo>
                  <a:cubicBezTo>
                    <a:pt x="3477260" y="1361440"/>
                    <a:pt x="3486150" y="1395730"/>
                    <a:pt x="3486150" y="1397000"/>
                  </a:cubicBezTo>
                  <a:cubicBezTo>
                    <a:pt x="3486150" y="1397000"/>
                    <a:pt x="3484880" y="1433830"/>
                    <a:pt x="3484880" y="1451610"/>
                  </a:cubicBezTo>
                  <a:cubicBezTo>
                    <a:pt x="3484880" y="1470660"/>
                    <a:pt x="3483610" y="1506220"/>
                    <a:pt x="3483610" y="1507490"/>
                  </a:cubicBezTo>
                  <a:cubicBezTo>
                    <a:pt x="3483610" y="1507490"/>
                    <a:pt x="3474720" y="1543050"/>
                    <a:pt x="3469640" y="1560830"/>
                  </a:cubicBezTo>
                  <a:cubicBezTo>
                    <a:pt x="3464560" y="1578610"/>
                    <a:pt x="3455670" y="1612900"/>
                    <a:pt x="3455670" y="1614170"/>
                  </a:cubicBezTo>
                  <a:cubicBezTo>
                    <a:pt x="3455670" y="1614170"/>
                    <a:pt x="3437890" y="1645920"/>
                    <a:pt x="3429000" y="1662430"/>
                  </a:cubicBezTo>
                  <a:cubicBezTo>
                    <a:pt x="3420110" y="1678940"/>
                    <a:pt x="3402330" y="1710690"/>
                    <a:pt x="3402330" y="1710690"/>
                  </a:cubicBezTo>
                  <a:cubicBezTo>
                    <a:pt x="3402330" y="1711960"/>
                    <a:pt x="3376930" y="1738630"/>
                    <a:pt x="3365500" y="1751330"/>
                  </a:cubicBezTo>
                  <a:cubicBezTo>
                    <a:pt x="3352800" y="1765300"/>
                    <a:pt x="3328670" y="1791970"/>
                    <a:pt x="3327400" y="1791970"/>
                  </a:cubicBezTo>
                  <a:cubicBezTo>
                    <a:pt x="3327400" y="1793240"/>
                    <a:pt x="3296920" y="1812290"/>
                    <a:pt x="3281680" y="1822450"/>
                  </a:cubicBezTo>
                  <a:cubicBezTo>
                    <a:pt x="3266440" y="1832610"/>
                    <a:pt x="3235960" y="1852930"/>
                    <a:pt x="3235960" y="1852930"/>
                  </a:cubicBezTo>
                  <a:cubicBezTo>
                    <a:pt x="3234690" y="1854200"/>
                    <a:pt x="3200400" y="1865630"/>
                    <a:pt x="3183890" y="1871980"/>
                  </a:cubicBezTo>
                  <a:cubicBezTo>
                    <a:pt x="3166110" y="1878330"/>
                    <a:pt x="3133090" y="1891030"/>
                    <a:pt x="3131820" y="1891030"/>
                  </a:cubicBezTo>
                  <a:cubicBezTo>
                    <a:pt x="3129280" y="1892300"/>
                    <a:pt x="2818130" y="2037080"/>
                    <a:pt x="2750820" y="2072640"/>
                  </a:cubicBezTo>
                  <a:cubicBezTo>
                    <a:pt x="2725420" y="2085340"/>
                    <a:pt x="2717800" y="2092960"/>
                    <a:pt x="2700020" y="2100580"/>
                  </a:cubicBezTo>
                  <a:cubicBezTo>
                    <a:pt x="2684780" y="2108200"/>
                    <a:pt x="2668270" y="2112010"/>
                    <a:pt x="2653030" y="2118360"/>
                  </a:cubicBezTo>
                  <a:cubicBezTo>
                    <a:pt x="2637790" y="2124710"/>
                    <a:pt x="2621280" y="2136140"/>
                    <a:pt x="2608580" y="2139950"/>
                  </a:cubicBezTo>
                  <a:cubicBezTo>
                    <a:pt x="2599690" y="2142490"/>
                    <a:pt x="2592070" y="2141220"/>
                    <a:pt x="2583180" y="2142490"/>
                  </a:cubicBezTo>
                  <a:cubicBezTo>
                    <a:pt x="2575560" y="2145030"/>
                    <a:pt x="2569210" y="2150110"/>
                    <a:pt x="2560320" y="2151380"/>
                  </a:cubicBezTo>
                  <a:cubicBezTo>
                    <a:pt x="2546350" y="2153920"/>
                    <a:pt x="2526030" y="2151380"/>
                    <a:pt x="2509520" y="2152650"/>
                  </a:cubicBezTo>
                  <a:cubicBezTo>
                    <a:pt x="2493010" y="2153920"/>
                    <a:pt x="2473960" y="2159000"/>
                    <a:pt x="2459990" y="2159000"/>
                  </a:cubicBezTo>
                  <a:cubicBezTo>
                    <a:pt x="2451100" y="2157730"/>
                    <a:pt x="2443480" y="2153920"/>
                    <a:pt x="2435860" y="2153920"/>
                  </a:cubicBezTo>
                  <a:cubicBezTo>
                    <a:pt x="2426970" y="2152650"/>
                    <a:pt x="2420620" y="2155190"/>
                    <a:pt x="2410460" y="2153920"/>
                  </a:cubicBezTo>
                  <a:cubicBezTo>
                    <a:pt x="2397760" y="2151380"/>
                    <a:pt x="2378710" y="2142490"/>
                    <a:pt x="2363470" y="2138680"/>
                  </a:cubicBezTo>
                  <a:cubicBezTo>
                    <a:pt x="2349500" y="2134870"/>
                    <a:pt x="2335530" y="2129790"/>
                    <a:pt x="2321560" y="2131060"/>
                  </a:cubicBezTo>
                  <a:cubicBezTo>
                    <a:pt x="2310130" y="2131060"/>
                    <a:pt x="2287270" y="2141220"/>
                    <a:pt x="2286000" y="2141220"/>
                  </a:cubicBezTo>
                  <a:cubicBezTo>
                    <a:pt x="2286000" y="2141220"/>
                    <a:pt x="2286000" y="2141220"/>
                    <a:pt x="2286000" y="2142490"/>
                  </a:cubicBezTo>
                  <a:cubicBezTo>
                    <a:pt x="2286000" y="2142490"/>
                    <a:pt x="2251710" y="2152650"/>
                    <a:pt x="2233930" y="2157730"/>
                  </a:cubicBezTo>
                  <a:cubicBezTo>
                    <a:pt x="2216150" y="2162810"/>
                    <a:pt x="2181860" y="2174240"/>
                    <a:pt x="2181860" y="2174240"/>
                  </a:cubicBezTo>
                  <a:cubicBezTo>
                    <a:pt x="2180590" y="2174240"/>
                    <a:pt x="2145030" y="2175510"/>
                    <a:pt x="2125980" y="2176780"/>
                  </a:cubicBezTo>
                  <a:cubicBezTo>
                    <a:pt x="2108200" y="2178050"/>
                    <a:pt x="2072640" y="2179320"/>
                    <a:pt x="2071370" y="2179320"/>
                  </a:cubicBezTo>
                  <a:cubicBezTo>
                    <a:pt x="2070100" y="2179320"/>
                    <a:pt x="2035810" y="2172970"/>
                    <a:pt x="2016760" y="2169160"/>
                  </a:cubicBezTo>
                  <a:cubicBezTo>
                    <a:pt x="1998980" y="2165350"/>
                    <a:pt x="1963420" y="2159000"/>
                    <a:pt x="1963420" y="2159000"/>
                  </a:cubicBezTo>
                  <a:cubicBezTo>
                    <a:pt x="1962150" y="2159000"/>
                    <a:pt x="1930400" y="2143760"/>
                    <a:pt x="1912620" y="2136140"/>
                  </a:cubicBezTo>
                  <a:cubicBezTo>
                    <a:pt x="1896110" y="2128520"/>
                    <a:pt x="1864360" y="2113280"/>
                    <a:pt x="1863090" y="2113280"/>
                  </a:cubicBezTo>
                  <a:cubicBezTo>
                    <a:pt x="1863090" y="2113280"/>
                    <a:pt x="1833880" y="2090420"/>
                    <a:pt x="1819910" y="2078990"/>
                  </a:cubicBezTo>
                  <a:cubicBezTo>
                    <a:pt x="1805940" y="2067560"/>
                    <a:pt x="1778000" y="2044700"/>
                    <a:pt x="1776730" y="2044700"/>
                  </a:cubicBezTo>
                  <a:cubicBezTo>
                    <a:pt x="1776730" y="2043430"/>
                    <a:pt x="1755140" y="2015490"/>
                    <a:pt x="1743710" y="2001520"/>
                  </a:cubicBezTo>
                  <a:cubicBezTo>
                    <a:pt x="1732280" y="1986280"/>
                    <a:pt x="1710690" y="1958340"/>
                    <a:pt x="1709420" y="1957070"/>
                  </a:cubicBezTo>
                  <a:cubicBezTo>
                    <a:pt x="1709420" y="1957070"/>
                    <a:pt x="1695450" y="1924050"/>
                    <a:pt x="1687830" y="1907540"/>
                  </a:cubicBezTo>
                  <a:cubicBezTo>
                    <a:pt x="1680210" y="1889760"/>
                    <a:pt x="1666240" y="1858010"/>
                    <a:pt x="1664970" y="1856740"/>
                  </a:cubicBezTo>
                  <a:cubicBezTo>
                    <a:pt x="1664970" y="1856740"/>
                    <a:pt x="1666240" y="1824990"/>
                    <a:pt x="1658620" y="1816100"/>
                  </a:cubicBezTo>
                  <a:cubicBezTo>
                    <a:pt x="1649730" y="1807210"/>
                    <a:pt x="1629410" y="1809750"/>
                    <a:pt x="1614170" y="1805940"/>
                  </a:cubicBezTo>
                  <a:cubicBezTo>
                    <a:pt x="1596390" y="1802130"/>
                    <a:pt x="1562100" y="1794510"/>
                    <a:pt x="1560830" y="1794510"/>
                  </a:cubicBezTo>
                  <a:cubicBezTo>
                    <a:pt x="1560830" y="1794510"/>
                    <a:pt x="1529080" y="1778000"/>
                    <a:pt x="1512570" y="1770380"/>
                  </a:cubicBezTo>
                  <a:cubicBezTo>
                    <a:pt x="1496060" y="1762760"/>
                    <a:pt x="1464310" y="1746250"/>
                    <a:pt x="1464310" y="1746250"/>
                  </a:cubicBezTo>
                  <a:cubicBezTo>
                    <a:pt x="1463040" y="1746250"/>
                    <a:pt x="1436370" y="1723390"/>
                    <a:pt x="1422400" y="1710690"/>
                  </a:cubicBezTo>
                  <a:cubicBezTo>
                    <a:pt x="1408430" y="1699260"/>
                    <a:pt x="1381760" y="1676400"/>
                    <a:pt x="1381760" y="1676400"/>
                  </a:cubicBezTo>
                  <a:cubicBezTo>
                    <a:pt x="1380490" y="1675130"/>
                    <a:pt x="1360170" y="1647190"/>
                    <a:pt x="1350010" y="1631950"/>
                  </a:cubicBezTo>
                  <a:cubicBezTo>
                    <a:pt x="1339850" y="1617980"/>
                    <a:pt x="1318260" y="1588770"/>
                    <a:pt x="1318260" y="1588770"/>
                  </a:cubicBezTo>
                  <a:cubicBezTo>
                    <a:pt x="1318260" y="1587500"/>
                    <a:pt x="1318260" y="1587500"/>
                    <a:pt x="1318260" y="1587500"/>
                  </a:cubicBezTo>
                  <a:cubicBezTo>
                    <a:pt x="1318260" y="1587500"/>
                    <a:pt x="1318260" y="1583690"/>
                    <a:pt x="1315720" y="1582420"/>
                  </a:cubicBezTo>
                  <a:cubicBezTo>
                    <a:pt x="1295400" y="1572260"/>
                    <a:pt x="996950" y="1681480"/>
                    <a:pt x="908050" y="1699260"/>
                  </a:cubicBezTo>
                  <a:cubicBezTo>
                    <a:pt x="864870" y="1708150"/>
                    <a:pt x="843280" y="1711960"/>
                    <a:pt x="811530" y="1711960"/>
                  </a:cubicBezTo>
                  <a:cubicBezTo>
                    <a:pt x="778510" y="1711960"/>
                    <a:pt x="745490" y="1708150"/>
                    <a:pt x="713740" y="1700530"/>
                  </a:cubicBezTo>
                  <a:cubicBezTo>
                    <a:pt x="683260" y="1692910"/>
                    <a:pt x="651510" y="1681480"/>
                    <a:pt x="622300" y="1666240"/>
                  </a:cubicBezTo>
                  <a:cubicBezTo>
                    <a:pt x="594360" y="1652270"/>
                    <a:pt x="566420" y="1633220"/>
                    <a:pt x="542290" y="1611630"/>
                  </a:cubicBezTo>
                  <a:cubicBezTo>
                    <a:pt x="518160" y="1590040"/>
                    <a:pt x="495300" y="1565910"/>
                    <a:pt x="476250" y="1539240"/>
                  </a:cubicBezTo>
                  <a:cubicBezTo>
                    <a:pt x="458470" y="1512570"/>
                    <a:pt x="441960" y="1483360"/>
                    <a:pt x="430530" y="1452880"/>
                  </a:cubicBezTo>
                  <a:cubicBezTo>
                    <a:pt x="419100" y="1422400"/>
                    <a:pt x="410210" y="1381760"/>
                    <a:pt x="406400" y="1358900"/>
                  </a:cubicBezTo>
                  <a:cubicBezTo>
                    <a:pt x="405130" y="1344930"/>
                    <a:pt x="408940" y="1330960"/>
                    <a:pt x="406400" y="1325880"/>
                  </a:cubicBezTo>
                  <a:cubicBezTo>
                    <a:pt x="405130" y="1323340"/>
                    <a:pt x="403860" y="1324610"/>
                    <a:pt x="401320" y="1322070"/>
                  </a:cubicBezTo>
                  <a:cubicBezTo>
                    <a:pt x="394970" y="1318260"/>
                    <a:pt x="359410" y="1295400"/>
                    <a:pt x="359410" y="1294130"/>
                  </a:cubicBezTo>
                  <a:cubicBezTo>
                    <a:pt x="358140" y="1294130"/>
                    <a:pt x="335280" y="1270000"/>
                    <a:pt x="323850" y="1257300"/>
                  </a:cubicBezTo>
                  <a:cubicBezTo>
                    <a:pt x="312420" y="1244600"/>
                    <a:pt x="289560" y="1220470"/>
                    <a:pt x="289560" y="1220470"/>
                  </a:cubicBezTo>
                  <a:cubicBezTo>
                    <a:pt x="288290" y="1219200"/>
                    <a:pt x="273050" y="1189990"/>
                    <a:pt x="264160" y="1176020"/>
                  </a:cubicBezTo>
                  <a:cubicBezTo>
                    <a:pt x="255270" y="1160780"/>
                    <a:pt x="238760" y="1131570"/>
                    <a:pt x="238760" y="1131570"/>
                  </a:cubicBezTo>
                  <a:cubicBezTo>
                    <a:pt x="238760" y="1130300"/>
                    <a:pt x="236220" y="1116330"/>
                    <a:pt x="233680" y="1112520"/>
                  </a:cubicBezTo>
                  <a:cubicBezTo>
                    <a:pt x="232410" y="1109980"/>
                    <a:pt x="232410" y="1109980"/>
                    <a:pt x="229870" y="1108710"/>
                  </a:cubicBezTo>
                  <a:cubicBezTo>
                    <a:pt x="224790" y="1103630"/>
                    <a:pt x="191770" y="1073150"/>
                    <a:pt x="190500" y="1071880"/>
                  </a:cubicBezTo>
                  <a:cubicBezTo>
                    <a:pt x="190500" y="1071880"/>
                    <a:pt x="167640" y="1036320"/>
                    <a:pt x="161290" y="1027430"/>
                  </a:cubicBezTo>
                  <a:cubicBezTo>
                    <a:pt x="158750" y="1023620"/>
                    <a:pt x="158750" y="1022350"/>
                    <a:pt x="156210" y="1019810"/>
                  </a:cubicBezTo>
                  <a:cubicBezTo>
                    <a:pt x="152400" y="1014730"/>
                    <a:pt x="133350" y="1002030"/>
                    <a:pt x="133350" y="1002030"/>
                  </a:cubicBezTo>
                  <a:cubicBezTo>
                    <a:pt x="132080" y="1000760"/>
                    <a:pt x="110490" y="972820"/>
                    <a:pt x="99060" y="958850"/>
                  </a:cubicBezTo>
                  <a:cubicBezTo>
                    <a:pt x="87630" y="944880"/>
                    <a:pt x="66040" y="916940"/>
                    <a:pt x="64770" y="915670"/>
                  </a:cubicBezTo>
                  <a:cubicBezTo>
                    <a:pt x="64770" y="915670"/>
                    <a:pt x="50800" y="882650"/>
                    <a:pt x="43180" y="866140"/>
                  </a:cubicBezTo>
                  <a:cubicBezTo>
                    <a:pt x="35560" y="849630"/>
                    <a:pt x="20320" y="816610"/>
                    <a:pt x="20320" y="816610"/>
                  </a:cubicBezTo>
                  <a:cubicBezTo>
                    <a:pt x="20320" y="815340"/>
                    <a:pt x="12700" y="781050"/>
                    <a:pt x="10160" y="763270"/>
                  </a:cubicBezTo>
                  <a:cubicBezTo>
                    <a:pt x="6350" y="745490"/>
                    <a:pt x="0" y="709930"/>
                    <a:pt x="0" y="708660"/>
                  </a:cubicBezTo>
                </a:path>
              </a:pathLst>
            </a:custGeom>
            <a:grpFill/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953"/>
            <a:ext cx="18288000" cy="9533572"/>
            <a:chOff x="0" y="0"/>
            <a:chExt cx="24384000" cy="127114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711430"/>
            </a:xfrm>
            <a:custGeom>
              <a:avLst/>
              <a:gdLst/>
              <a:ahLst/>
              <a:cxnLst/>
              <a:rect l="l" t="t" r="r" b="b"/>
              <a:pathLst>
                <a:path w="24384000" h="12711430">
                  <a:moveTo>
                    <a:pt x="0" y="0"/>
                  </a:moveTo>
                  <a:lnTo>
                    <a:pt x="24384000" y="0"/>
                  </a:lnTo>
                  <a:lnTo>
                    <a:pt x="24384000" y="12711430"/>
                  </a:lnTo>
                  <a:lnTo>
                    <a:pt x="0" y="12711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5" r="-575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6323310" y="13970"/>
            <a:ext cx="19646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086850"/>
            <a:chOff x="0" y="0"/>
            <a:chExt cx="24382730" cy="12115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115800"/>
            </a:xfrm>
            <a:custGeom>
              <a:avLst/>
              <a:gdLst/>
              <a:ahLst/>
              <a:cxnLst/>
              <a:rect l="l" t="t" r="r" b="b"/>
              <a:pathLst>
                <a:path w="24382730" h="12115800">
                  <a:moveTo>
                    <a:pt x="0" y="0"/>
                  </a:moveTo>
                  <a:lnTo>
                    <a:pt x="24382730" y="0"/>
                  </a:lnTo>
                  <a:lnTo>
                    <a:pt x="24382730" y="12115800"/>
                  </a:lnTo>
                  <a:lnTo>
                    <a:pt x="0" y="1211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1" b="-311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726410" y="13970"/>
            <a:ext cx="2561590" cy="126555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429750"/>
            <a:chOff x="0" y="0"/>
            <a:chExt cx="24385270" cy="1257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573000"/>
            </a:xfrm>
            <a:custGeom>
              <a:avLst/>
              <a:gdLst/>
              <a:ahLst/>
              <a:cxnLst/>
              <a:rect l="l" t="t" r="r" b="b"/>
              <a:pathLst>
                <a:path w="24385270" h="12573000">
                  <a:moveTo>
                    <a:pt x="0" y="0"/>
                  </a:moveTo>
                  <a:lnTo>
                    <a:pt x="24385270" y="0"/>
                  </a:lnTo>
                  <a:lnTo>
                    <a:pt x="24385270" y="12573000"/>
                  </a:lnTo>
                  <a:lnTo>
                    <a:pt x="0" y="12573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6" b="-356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6323310" y="13970"/>
            <a:ext cx="19646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329738"/>
            <a:chOff x="0" y="0"/>
            <a:chExt cx="24382730" cy="12439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439650"/>
            </a:xfrm>
            <a:custGeom>
              <a:avLst/>
              <a:gdLst/>
              <a:ahLst/>
              <a:cxnLst/>
              <a:rect l="l" t="t" r="r" b="b"/>
              <a:pathLst>
                <a:path w="24382730" h="12439650">
                  <a:moveTo>
                    <a:pt x="0" y="0"/>
                  </a:moveTo>
                  <a:lnTo>
                    <a:pt x="24382730" y="0"/>
                  </a:lnTo>
                  <a:lnTo>
                    <a:pt x="24382730" y="12439650"/>
                  </a:lnTo>
                  <a:lnTo>
                    <a:pt x="0" y="1243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1" b="-391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599410" y="13970"/>
            <a:ext cx="2688590" cy="147701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9272588"/>
            <a:chOff x="0" y="0"/>
            <a:chExt cx="24384000" cy="123634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363450"/>
            </a:xfrm>
            <a:custGeom>
              <a:avLst/>
              <a:gdLst/>
              <a:ahLst/>
              <a:cxnLst/>
              <a:rect l="l" t="t" r="r" b="b"/>
              <a:pathLst>
                <a:path w="24384000" h="12363450">
                  <a:moveTo>
                    <a:pt x="0" y="0"/>
                  </a:moveTo>
                  <a:lnTo>
                    <a:pt x="24384000" y="0"/>
                  </a:lnTo>
                  <a:lnTo>
                    <a:pt x="24384000" y="12363450"/>
                  </a:lnTo>
                  <a:lnTo>
                    <a:pt x="0" y="12363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73" b="-473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6323310" y="90170"/>
            <a:ext cx="19646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526905"/>
            <a:chOff x="0" y="0"/>
            <a:chExt cx="24382730" cy="127025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702540"/>
            </a:xfrm>
            <a:custGeom>
              <a:avLst/>
              <a:gdLst/>
              <a:ahLst/>
              <a:cxnLst/>
              <a:rect l="l" t="t" r="r" b="b"/>
              <a:pathLst>
                <a:path w="24382730" h="12702540">
                  <a:moveTo>
                    <a:pt x="0" y="0"/>
                  </a:moveTo>
                  <a:lnTo>
                    <a:pt x="24382730" y="0"/>
                  </a:lnTo>
                  <a:lnTo>
                    <a:pt x="24382730" y="12702540"/>
                  </a:lnTo>
                  <a:lnTo>
                    <a:pt x="0" y="12702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499" b="-1499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755620" y="6350"/>
            <a:ext cx="2531745" cy="67056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329738"/>
            <a:chOff x="0" y="0"/>
            <a:chExt cx="24385270" cy="12439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439650"/>
            </a:xfrm>
            <a:custGeom>
              <a:avLst/>
              <a:gdLst/>
              <a:ahLst/>
              <a:cxnLst/>
              <a:rect l="l" t="t" r="r" b="b"/>
              <a:pathLst>
                <a:path w="24385270" h="12439650">
                  <a:moveTo>
                    <a:pt x="0" y="0"/>
                  </a:moveTo>
                  <a:lnTo>
                    <a:pt x="24385270" y="0"/>
                  </a:lnTo>
                  <a:lnTo>
                    <a:pt x="24385270" y="12439650"/>
                  </a:lnTo>
                  <a:lnTo>
                    <a:pt x="0" y="1243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36" b="-436"/>
              </a:stretch>
            </a:blipFill>
          </p:spPr>
        </p:sp>
      </p:grpSp>
      <p:sp>
        <p:nvSpPr>
          <p:cNvPr id="12" name="Text Box 11"/>
          <p:cNvSpPr txBox="1"/>
          <p:nvPr/>
        </p:nvSpPr>
        <p:spPr>
          <a:xfrm>
            <a:off x="16323310" y="13970"/>
            <a:ext cx="19646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116550" cy="8986838"/>
            <a:chOff x="0" y="0"/>
            <a:chExt cx="24155400" cy="119824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55400" cy="11982450"/>
            </a:xfrm>
            <a:custGeom>
              <a:avLst/>
              <a:gdLst/>
              <a:ahLst/>
              <a:cxnLst/>
              <a:rect l="l" t="t" r="r" b="b"/>
              <a:pathLst>
                <a:path w="24155400" h="11982450">
                  <a:moveTo>
                    <a:pt x="0" y="0"/>
                  </a:moveTo>
                  <a:lnTo>
                    <a:pt x="24155400" y="0"/>
                  </a:lnTo>
                  <a:lnTo>
                    <a:pt x="24155400" y="11982450"/>
                  </a:lnTo>
                  <a:lnTo>
                    <a:pt x="0" y="1198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6323310" y="13970"/>
            <a:ext cx="19646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329738"/>
            <a:chOff x="0" y="0"/>
            <a:chExt cx="24385270" cy="12439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439650"/>
            </a:xfrm>
            <a:custGeom>
              <a:avLst/>
              <a:gdLst/>
              <a:ahLst/>
              <a:cxnLst/>
              <a:rect l="l" t="t" r="r" b="b"/>
              <a:pathLst>
                <a:path w="24385270" h="12439650">
                  <a:moveTo>
                    <a:pt x="0" y="0"/>
                  </a:moveTo>
                  <a:lnTo>
                    <a:pt x="24385270" y="0"/>
                  </a:lnTo>
                  <a:lnTo>
                    <a:pt x="24385270" y="12439650"/>
                  </a:lnTo>
                  <a:lnTo>
                    <a:pt x="0" y="1243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75" b="-475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6323310" y="13970"/>
            <a:ext cx="1964690" cy="64071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303068"/>
            <a:chOff x="0" y="0"/>
            <a:chExt cx="24382730" cy="12404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404090"/>
            </a:xfrm>
            <a:custGeom>
              <a:avLst/>
              <a:gdLst/>
              <a:ahLst/>
              <a:cxnLst/>
              <a:rect l="l" t="t" r="r" b="b"/>
              <a:pathLst>
                <a:path w="24382730" h="12404090">
                  <a:moveTo>
                    <a:pt x="0" y="0"/>
                  </a:moveTo>
                  <a:lnTo>
                    <a:pt x="24382730" y="0"/>
                  </a:lnTo>
                  <a:lnTo>
                    <a:pt x="24382730" y="12404090"/>
                  </a:lnTo>
                  <a:lnTo>
                    <a:pt x="0" y="124040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1" r="-161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706090" y="13970"/>
            <a:ext cx="2581910" cy="148336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214485"/>
            <a:chOff x="0" y="0"/>
            <a:chExt cx="24385270" cy="12285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285980"/>
            </a:xfrm>
            <a:custGeom>
              <a:avLst/>
              <a:gdLst/>
              <a:ahLst/>
              <a:cxnLst/>
              <a:rect l="l" t="t" r="r" b="b"/>
              <a:pathLst>
                <a:path w="24385270" h="12285980">
                  <a:moveTo>
                    <a:pt x="0" y="0"/>
                  </a:moveTo>
                  <a:lnTo>
                    <a:pt x="24385270" y="0"/>
                  </a:lnTo>
                  <a:lnTo>
                    <a:pt x="24385270" y="12285980"/>
                  </a:lnTo>
                  <a:lnTo>
                    <a:pt x="0" y="1228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7" b="-127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870555" y="13970"/>
            <a:ext cx="2417445" cy="130937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058275"/>
            <a:chOff x="0" y="0"/>
            <a:chExt cx="24382730" cy="12077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077700"/>
            </a:xfrm>
            <a:custGeom>
              <a:avLst/>
              <a:gdLst/>
              <a:ahLst/>
              <a:cxnLst/>
              <a:rect l="l" t="t" r="r" b="b"/>
              <a:pathLst>
                <a:path w="24382730" h="12077700">
                  <a:moveTo>
                    <a:pt x="0" y="0"/>
                  </a:moveTo>
                  <a:lnTo>
                    <a:pt x="24382730" y="0"/>
                  </a:lnTo>
                  <a:lnTo>
                    <a:pt x="24382730" y="12077700"/>
                  </a:lnTo>
                  <a:lnTo>
                    <a:pt x="0" y="1207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11" b="-311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680055" y="13970"/>
            <a:ext cx="2607945" cy="135318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7048" cy="9072562"/>
            <a:chOff x="0" y="0"/>
            <a:chExt cx="24382730" cy="120967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2730" cy="12096750"/>
            </a:xfrm>
            <a:custGeom>
              <a:avLst/>
              <a:gdLst/>
              <a:ahLst/>
              <a:cxnLst/>
              <a:rect l="l" t="t" r="r" b="b"/>
              <a:pathLst>
                <a:path w="24382730" h="12096750">
                  <a:moveTo>
                    <a:pt x="0" y="0"/>
                  </a:moveTo>
                  <a:lnTo>
                    <a:pt x="24382730" y="0"/>
                  </a:lnTo>
                  <a:lnTo>
                    <a:pt x="24382730" y="12096750"/>
                  </a:lnTo>
                  <a:lnTo>
                    <a:pt x="0" y="1209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91" b="-391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723235" y="13970"/>
            <a:ext cx="2564765" cy="115252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535478"/>
            <a:chOff x="0" y="0"/>
            <a:chExt cx="24385270" cy="127139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713970"/>
            </a:xfrm>
            <a:custGeom>
              <a:avLst/>
              <a:gdLst/>
              <a:ahLst/>
              <a:cxnLst/>
              <a:rect l="l" t="t" r="r" b="b"/>
              <a:pathLst>
                <a:path w="24385270" h="12713970">
                  <a:moveTo>
                    <a:pt x="0" y="0"/>
                  </a:moveTo>
                  <a:lnTo>
                    <a:pt x="24385270" y="0"/>
                  </a:lnTo>
                  <a:lnTo>
                    <a:pt x="24385270" y="12713970"/>
                  </a:lnTo>
                  <a:lnTo>
                    <a:pt x="0" y="12713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52" r="-1852"/>
              </a:stretch>
            </a:blipFill>
          </p:spPr>
        </p:sp>
      </p:grpSp>
      <p:sp>
        <p:nvSpPr>
          <p:cNvPr id="12" name="Text Box 11"/>
          <p:cNvSpPr txBox="1"/>
          <p:nvPr/>
        </p:nvSpPr>
        <p:spPr>
          <a:xfrm>
            <a:off x="15899130" y="13970"/>
            <a:ext cx="2388870" cy="153797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372600"/>
            <a:chOff x="0" y="0"/>
            <a:chExt cx="24385270" cy="12496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496800"/>
            </a:xfrm>
            <a:custGeom>
              <a:avLst/>
              <a:gdLst/>
              <a:ahLst/>
              <a:cxnLst/>
              <a:rect l="l" t="t" r="r" b="b"/>
              <a:pathLst>
                <a:path w="24385270" h="12496800">
                  <a:moveTo>
                    <a:pt x="0" y="0"/>
                  </a:moveTo>
                  <a:lnTo>
                    <a:pt x="24385270" y="0"/>
                  </a:lnTo>
                  <a:lnTo>
                    <a:pt x="24385270" y="12496800"/>
                  </a:lnTo>
                  <a:lnTo>
                    <a:pt x="0" y="1249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75" b="-475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5960725" y="13970"/>
            <a:ext cx="2327275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000" cy="9472612"/>
            <a:chOff x="0" y="0"/>
            <a:chExt cx="24384000" cy="12630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12630150"/>
            </a:xfrm>
            <a:custGeom>
              <a:avLst/>
              <a:gdLst/>
              <a:ahLst/>
              <a:cxnLst/>
              <a:rect l="l" t="t" r="r" b="b"/>
              <a:pathLst>
                <a:path w="24384000" h="12630150">
                  <a:moveTo>
                    <a:pt x="0" y="0"/>
                  </a:moveTo>
                  <a:lnTo>
                    <a:pt x="24384000" y="0"/>
                  </a:lnTo>
                  <a:lnTo>
                    <a:pt x="24384000" y="12630150"/>
                  </a:lnTo>
                  <a:lnTo>
                    <a:pt x="0" y="12630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33" b="-433"/>
              </a:stretch>
            </a:blipFill>
          </p:spPr>
        </p:sp>
      </p:grpSp>
      <p:sp>
        <p:nvSpPr>
          <p:cNvPr id="10" name="Text Box 9"/>
          <p:cNvSpPr txBox="1"/>
          <p:nvPr/>
        </p:nvSpPr>
        <p:spPr>
          <a:xfrm>
            <a:off x="14935200" y="668020"/>
            <a:ext cx="2574290" cy="125158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17731" y="10008870"/>
            <a:ext cx="1283494" cy="182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200">
                <a:solidFill>
                  <a:srgbClr val="000000">
                    <a:alpha val="49804"/>
                  </a:srgbClr>
                </a:solidFill>
                <a:latin typeface="Aptos" panose="020B0004020202020204"/>
                <a:ea typeface="Aptos" panose="020B0004020202020204"/>
                <a:cs typeface="Aptos" panose="020B0004020202020204"/>
                <a:sym typeface="Aptos" panose="020B0004020202020204"/>
              </a:rPr>
              <a:t>General - RPS Data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944" y="9596828"/>
            <a:ext cx="968645" cy="634403"/>
            <a:chOff x="0" y="0"/>
            <a:chExt cx="1291526" cy="845871"/>
          </a:xfrm>
        </p:grpSpPr>
        <p:sp>
          <p:nvSpPr>
            <p:cNvPr id="4" name="Freeform 4" descr="Logo&#10;&#10;Description automatically generated"/>
            <p:cNvSpPr/>
            <p:nvPr/>
          </p:nvSpPr>
          <p:spPr>
            <a:xfrm>
              <a:off x="0" y="0"/>
              <a:ext cx="1291590" cy="845820"/>
            </a:xfrm>
            <a:custGeom>
              <a:avLst/>
              <a:gdLst/>
              <a:ahLst/>
              <a:cxnLst/>
              <a:rect l="l" t="t" r="r" b="b"/>
              <a:pathLst>
                <a:path w="1291590" h="845820">
                  <a:moveTo>
                    <a:pt x="0" y="0"/>
                  </a:moveTo>
                  <a:lnTo>
                    <a:pt x="1291590" y="0"/>
                  </a:lnTo>
                  <a:lnTo>
                    <a:pt x="1291590" y="845820"/>
                  </a:lnTo>
                  <a:lnTo>
                    <a:pt x="0" y="845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4" b="-5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637134" y="9542145"/>
            <a:ext cx="9389107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spc="21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2024 - RPS Consulting all rights reserved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0" y="0"/>
            <a:ext cx="18288952" cy="9158288"/>
            <a:chOff x="0" y="0"/>
            <a:chExt cx="24385270" cy="122110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5270" cy="12211050"/>
            </a:xfrm>
            <a:custGeom>
              <a:avLst/>
              <a:gdLst/>
              <a:ahLst/>
              <a:cxnLst/>
              <a:rect l="l" t="t" r="r" b="b"/>
              <a:pathLst>
                <a:path w="24385270" h="12211050">
                  <a:moveTo>
                    <a:pt x="0" y="0"/>
                  </a:moveTo>
                  <a:lnTo>
                    <a:pt x="24385270" y="0"/>
                  </a:lnTo>
                  <a:lnTo>
                    <a:pt x="24385270" y="12211050"/>
                  </a:lnTo>
                  <a:lnTo>
                    <a:pt x="0" y="1221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77" b="-277"/>
              </a:stretch>
            </a:blipFill>
          </p:spPr>
        </p:sp>
      </p:grpSp>
      <p:sp>
        <p:nvSpPr>
          <p:cNvPr id="12" name="Text Box 11"/>
          <p:cNvSpPr txBox="1"/>
          <p:nvPr/>
        </p:nvSpPr>
        <p:spPr>
          <a:xfrm>
            <a:off x="14761210" y="13970"/>
            <a:ext cx="3526790" cy="967105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noAutofit/>
          </a:bodyPr>
          <a:lstStyle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288</Words>
  <Application>Microsoft Office PowerPoint</Application>
  <PresentationFormat>Custom</PresentationFormat>
  <Paragraphs>51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5G_NR_Physical_Layer_Simulation (1).pdf</dc:title>
  <dc:creator/>
  <cp:lastModifiedBy>Harsh Prasad</cp:lastModifiedBy>
  <cp:revision>4</cp:revision>
  <dcterms:created xsi:type="dcterms:W3CDTF">2006-08-16T00:00:00Z</dcterms:created>
  <dcterms:modified xsi:type="dcterms:W3CDTF">2026-02-13T11:28:00Z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8E7C2FCB4623402A8AA35447F2A9AB7D_12</vt:lpwstr>
  </property>
  <property fmtid="{D5CDD505-2E9C-101B-9397-08002B2CF9AE}" pid="3" name="KSOProductBuildVer">
    <vt:lpwstr>2057-12.2.0.23197</vt:lpwstr>
  </property>
</Properties>
</file>