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60" r:id="rId2"/>
    <p:sldId id="4421" r:id="rId3"/>
    <p:sldId id="4422" r:id="rId4"/>
    <p:sldId id="4423" r:id="rId5"/>
    <p:sldId id="4424" r:id="rId6"/>
    <p:sldId id="4440" r:id="rId7"/>
    <p:sldId id="4439" r:id="rId8"/>
    <p:sldId id="4438" r:id="rId9"/>
    <p:sldId id="4437" r:id="rId10"/>
    <p:sldId id="4436" r:id="rId11"/>
    <p:sldId id="4435" r:id="rId12"/>
    <p:sldId id="4434" r:id="rId13"/>
    <p:sldId id="4433" r:id="rId14"/>
    <p:sldId id="4432" r:id="rId15"/>
    <p:sldId id="4431" r:id="rId16"/>
    <p:sldId id="4430" r:id="rId17"/>
    <p:sldId id="4429" r:id="rId18"/>
    <p:sldId id="4428" r:id="rId19"/>
    <p:sldId id="4427" r:id="rId20"/>
    <p:sldId id="442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F"/>
    <a:srgbClr val="F5FAFD"/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>
            <a:fillRect/>
          </a:stretch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25SUB4505_5G Developer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2949481"/>
            <a:ext cx="7732744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Feb  and 14</a:t>
            </a:r>
            <a:r>
              <a:rPr lang="en-US" sz="2400" baseline="30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3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5"/>
              </a:lnSpc>
              <a:spcBef>
                <a:spcPct val="0"/>
              </a:spcBef>
            </a:pPr>
            <a:r>
              <a:rPr lang="en-US" sz="1335" spc="133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www.rpsconsulting.in</a:t>
            </a:r>
          </a:p>
        </p:txBody>
      </p:sp>
      <p:sp>
        <p:nvSpPr>
          <p:cNvPr id="2" name="TextBox 7"/>
          <p:cNvSpPr txBox="1"/>
          <p:nvPr/>
        </p:nvSpPr>
        <p:spPr>
          <a:xfrm>
            <a:off x="500380" y="5049520"/>
            <a:ext cx="6780530" cy="8324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by - </a:t>
            </a:r>
            <a:r>
              <a:rPr lang="en-US" altLang="en-GB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Vinayak Majhi - 58618</a:t>
            </a:r>
          </a:p>
          <a:p>
            <a:pPr marL="1371600" lvl="3" indent="457200" algn="just">
              <a:lnSpc>
                <a:spcPts val="2240"/>
              </a:lnSpc>
              <a:spcBef>
                <a:spcPct val="0"/>
              </a:spcBef>
            </a:pPr>
            <a:r>
              <a:rPr lang="en-US" altLang="en-GB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Harsh Prasad – 58620</a:t>
            </a:r>
          </a:p>
          <a:p>
            <a:pPr lvl="3" indent="457200" algn="just">
              <a:lnSpc>
                <a:spcPts val="2240"/>
              </a:lnSpc>
              <a:spcBef>
                <a:spcPct val="0"/>
              </a:spcBef>
            </a:pPr>
            <a:r>
              <a:rPr lang="en-US" altLang="en-GB" sz="200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Diyanisha</a:t>
            </a:r>
            <a:r>
              <a:rPr lang="en-US" altLang="en-GB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Dey</a:t>
            </a: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- 58621</a:t>
            </a:r>
            <a:endParaRPr lang="en-US" altLang="en-GB"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3" indent="457200" algn="just">
              <a:lnSpc>
                <a:spcPts val="2240"/>
              </a:lnSpc>
              <a:spcBef>
                <a:spcPct val="0"/>
              </a:spcBef>
            </a:pPr>
            <a:r>
              <a:rPr lang="en-US" altLang="en-GB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Keshav </a:t>
            </a:r>
            <a:r>
              <a:rPr lang="en-US" altLang="en-GB" sz="200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Janghala</a:t>
            </a:r>
            <a:r>
              <a:rPr lang="en-US" altLang="en-GB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- 58625</a:t>
            </a:r>
          </a:p>
          <a:p>
            <a:pPr marL="1371600" lvl="3" indent="457200" algn="just">
              <a:lnSpc>
                <a:spcPts val="2240"/>
              </a:lnSpc>
              <a:spcBef>
                <a:spcPct val="0"/>
              </a:spcBef>
            </a:pPr>
            <a:r>
              <a:rPr lang="en-US" altLang="en-GB" sz="200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Diptendra</a:t>
            </a:r>
            <a:r>
              <a:rPr lang="en-US" altLang="en-GB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GB" sz="200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Maity</a:t>
            </a:r>
            <a:r>
              <a:rPr lang="en-US" altLang="en-GB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- 58633</a:t>
            </a:r>
          </a:p>
          <a:p>
            <a:pPr marL="1371600" lvl="3" indent="457200" algn="just">
              <a:lnSpc>
                <a:spcPts val="2240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366395" y="4137025"/>
            <a:ext cx="10257155" cy="7372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altLang="en-GB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7: CHANNEL 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075" y="1354574"/>
            <a:ext cx="413256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355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06"/>
            <a:ext cx="12192000" cy="6286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033E2B-3DB4-4CE7-8682-8C48BFDE0C5E}"/>
              </a:ext>
            </a:extLst>
          </p:cNvPr>
          <p:cNvSpPr/>
          <p:nvPr/>
        </p:nvSpPr>
        <p:spPr>
          <a:xfrm>
            <a:off x="2836506" y="2864496"/>
            <a:ext cx="811763" cy="382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6F40D-84EB-4E8B-AC3B-C0E29023D9DB}"/>
              </a:ext>
            </a:extLst>
          </p:cNvPr>
          <p:cNvSpPr/>
          <p:nvPr/>
        </p:nvSpPr>
        <p:spPr>
          <a:xfrm>
            <a:off x="4771052" y="2864496"/>
            <a:ext cx="811763" cy="382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76CB33-8026-492C-9268-BF4A05478999}"/>
              </a:ext>
            </a:extLst>
          </p:cNvPr>
          <p:cNvSpPr/>
          <p:nvPr/>
        </p:nvSpPr>
        <p:spPr>
          <a:xfrm>
            <a:off x="6484775" y="2732700"/>
            <a:ext cx="1156996" cy="382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6DA9AD-BC53-4B7F-8A49-2549E7DA514D}"/>
              </a:ext>
            </a:extLst>
          </p:cNvPr>
          <p:cNvSpPr/>
          <p:nvPr/>
        </p:nvSpPr>
        <p:spPr>
          <a:xfrm>
            <a:off x="8543731" y="2864496"/>
            <a:ext cx="811763" cy="382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E90BBC-31A5-47A1-B899-9361B96EA430}"/>
              </a:ext>
            </a:extLst>
          </p:cNvPr>
          <p:cNvSpPr/>
          <p:nvPr/>
        </p:nvSpPr>
        <p:spPr>
          <a:xfrm>
            <a:off x="2335763" y="5826151"/>
            <a:ext cx="1502228" cy="2892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5635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725170" y="588010"/>
            <a:ext cx="1533525" cy="723265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5698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084580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39762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476375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5571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963295" y="435610"/>
            <a:ext cx="1256665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35698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457960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7C57A0-7EDA-441F-9755-3DF0E18384EB}"/>
              </a:ext>
            </a:extLst>
          </p:cNvPr>
          <p:cNvSpPr/>
          <p:nvPr/>
        </p:nvSpPr>
        <p:spPr>
          <a:xfrm>
            <a:off x="11234057" y="6167535"/>
            <a:ext cx="957943" cy="188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1921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572895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39699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553210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1858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351280" cy="636905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1858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879600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9699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2443480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41794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323975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653"/>
            <a:ext cx="12192000" cy="641858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370293"/>
            <a:ext cx="1628775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41858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523240" y="339725"/>
            <a:ext cx="1351915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1858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1222375" y="435610"/>
            <a:ext cx="1237615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39826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877570" y="435610"/>
            <a:ext cx="1525270" cy="560070"/>
          </a:xfrm>
          <a:prstGeom prst="rect">
            <a:avLst/>
          </a:prstGeom>
          <a:solidFill>
            <a:srgbClr val="FCFD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80" y="0"/>
            <a:ext cx="12209145" cy="63569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424757" y="6418579"/>
            <a:ext cx="6259403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2024 - RPS Consulting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corrected_5g_rlc_conclu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0" y="0"/>
            <a:ext cx="11398885" cy="63569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201</Words>
  <Application>Microsoft Office PowerPoint</Application>
  <PresentationFormat>Widescreen</PresentationFormat>
  <Paragraphs>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HK Grotesk</vt:lpstr>
      <vt:lpstr>HK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Harsh Prasad</cp:lastModifiedBy>
  <cp:revision>27</cp:revision>
  <dcterms:created xsi:type="dcterms:W3CDTF">2024-05-04T13:11:00Z</dcterms:created>
  <dcterms:modified xsi:type="dcterms:W3CDTF">2026-02-13T11:28:30Z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  <property fmtid="{D5CDD505-2E9C-101B-9397-08002B2CF9AE}" pid="12" name="ICV">
    <vt:lpwstr>A5E5E0EF785245858DF9376BDB95AE0A_13</vt:lpwstr>
  </property>
  <property fmtid="{D5CDD505-2E9C-101B-9397-08002B2CF9AE}" pid="13" name="KSOProductBuildVer">
    <vt:lpwstr>2057-12.2.0.23197</vt:lpwstr>
  </property>
</Properties>
</file>